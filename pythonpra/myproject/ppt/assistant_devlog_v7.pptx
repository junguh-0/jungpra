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99394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2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AI 비서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822960" y="30632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0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시행착오로 보는 개발 과정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41148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9AA4B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손동작 · 음성 · 포즈를 로컬 LLM으로 해석해서 PC를 제어한다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73936"/>
            <a:ext cx="886968" cy="658368"/>
          </a:xfrm>
          <a:prstGeom prst="roundRect">
            <a:avLst>
              <a:gd name="adj" fmla="val 11111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773936"/>
            <a:ext cx="886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591056" y="1773936"/>
            <a:ext cx="1002182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819656" y="1773936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 · 흐름</a:t>
            </a: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만든 것의 전체 모습과 커밋으로 본 다섯 번의 전환점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30968" y="177393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F8F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p.3 ~ 4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535631"/>
            <a:ext cx="886968" cy="658368"/>
          </a:xfrm>
          <a:prstGeom prst="roundRect">
            <a:avLst>
              <a:gd name="adj" fmla="val 11111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548640" y="2535631"/>
            <a:ext cx="886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91056" y="2535631"/>
            <a:ext cx="1002182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1819656" y="2535631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</a:t>
            </a: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커서 · 우클릭 · 휠, 그리고 손가락이 겹쳐 보인 문제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10030968" y="2535631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F8F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p.5 ~ 6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48640" y="3297326"/>
            <a:ext cx="886968" cy="658368"/>
          </a:xfrm>
          <a:prstGeom prst="roundRect">
            <a:avLst>
              <a:gd name="adj" fmla="val 11111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548640" y="3297326"/>
            <a:ext cx="886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591056" y="3297326"/>
            <a:ext cx="1002182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1819656" y="3297326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</a:t>
            </a: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눈 기능을 이번에는 제외한 이유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10030968" y="3297326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F8F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p.7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8640" y="4059022"/>
            <a:ext cx="886968" cy="658368"/>
          </a:xfrm>
          <a:prstGeom prst="roundRect">
            <a:avLst>
              <a:gd name="adj" fmla="val 11111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548640" y="4059022"/>
            <a:ext cx="886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591056" y="4059022"/>
            <a:ext cx="1002182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 txBox="1"/>
          <p:nvPr/>
        </p:nvSpPr>
        <p:spPr>
          <a:xfrm>
            <a:off x="1819656" y="405902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· 음성</a:t>
            </a: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사용한 모델과 도입 이유, 두 가지 음성 트리거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10030968" y="4059022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F8F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p.8 ~ 9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48640" y="4820717"/>
            <a:ext cx="886968" cy="658368"/>
          </a:xfrm>
          <a:prstGeom prst="roundRect">
            <a:avLst>
              <a:gd name="adj" fmla="val 11111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548640" y="4820717"/>
            <a:ext cx="886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1591056" y="4820717"/>
            <a:ext cx="1002182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4"/>
          <p:cNvSpPr txBox="1"/>
          <p:nvPr/>
        </p:nvSpPr>
        <p:spPr>
          <a:xfrm>
            <a:off x="1819656" y="4820717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포즈 · 박수</a:t>
            </a: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22차원 특징 추출, 박수를 접고 양손 모으기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10030968" y="4820717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F8F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p.10 ~ 11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548640" y="5582412"/>
            <a:ext cx="886968" cy="658368"/>
          </a:xfrm>
          <a:prstGeom prst="roundRect">
            <a:avLst>
              <a:gd name="adj" fmla="val 11111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 txBox="1"/>
          <p:nvPr/>
        </p:nvSpPr>
        <p:spPr>
          <a:xfrm>
            <a:off x="548640" y="5582412"/>
            <a:ext cx="886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591056" y="5582412"/>
            <a:ext cx="1002182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9"/>
          <p:cNvSpPr txBox="1"/>
          <p:nvPr/>
        </p:nvSpPr>
        <p:spPr>
          <a:xfrm>
            <a:off x="1819656" y="5582412"/>
            <a:ext cx="8595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교훈</a:t>
            </a: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반복된 실수 네 가지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10030968" y="5582412"/>
            <a:ext cx="13990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dirty="0">
                <a:solidFill>
                  <a:srgbClr val="8F8F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p.12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48056" y="2286000"/>
            <a:ext cx="2112264" cy="301752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649224" y="256032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9224" y="333756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커서 · 클릭 · 휠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 / 아니오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9224" y="4526280"/>
            <a:ext cx="1700784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49224" y="45262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2286000"/>
            <a:ext cx="2112264" cy="301752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2944368" y="256032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</a:t>
            </a:r>
            <a:endParaRPr lang="en-US" sz="2600" dirty="0"/>
          </a:p>
        </p:txBody>
      </p:sp>
      <p:sp>
        <p:nvSpPr>
          <p:cNvPr id="10" name="Text 8"/>
          <p:cNvSpPr txBox="1"/>
          <p:nvPr/>
        </p:nvSpPr>
        <p:spPr>
          <a:xfrm>
            <a:off x="2944368" y="333756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깜빡임 · 롱블링크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2944368" y="4526280"/>
            <a:ext cx="1700784" cy="457200"/>
          </a:xfrm>
          <a:prstGeom prst="roundRect">
            <a:avLst>
              <a:gd name="adj" fmla="val 50000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2944368" y="45262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제외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38344" y="2286000"/>
            <a:ext cx="2112264" cy="301752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5239512" y="256032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· 음성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239512" y="333756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명령 해석 · 음성 입력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239512" y="4526280"/>
            <a:ext cx="1700784" cy="457200"/>
          </a:xfrm>
          <a:prstGeom prst="roundRect">
            <a:avLst>
              <a:gd name="adj" fmla="val 50000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5239512" y="45262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33488" y="2286000"/>
            <a:ext cx="2112264" cy="301752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7"/>
          <p:cNvSpPr txBox="1"/>
          <p:nvPr/>
        </p:nvSpPr>
        <p:spPr>
          <a:xfrm>
            <a:off x="7534656" y="256032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포즈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7534656" y="333756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상체 22차원 특징 추출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7534656" y="4526280"/>
            <a:ext cx="1700784" cy="457200"/>
          </a:xfrm>
          <a:prstGeom prst="roundRect">
            <a:avLst>
              <a:gd name="adj" fmla="val 50000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7534656" y="45262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 예정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628632" y="2286000"/>
            <a:ext cx="2112264" cy="3017520"/>
          </a:xfrm>
          <a:prstGeom prst="roundRect">
            <a:avLst>
              <a:gd name="adj" fmla="val 346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4" name="Text 22"/>
          <p:cNvSpPr txBox="1"/>
          <p:nvPr/>
        </p:nvSpPr>
        <p:spPr>
          <a:xfrm>
            <a:off x="9829800" y="2560320"/>
            <a:ext cx="175564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</a:t>
            </a:r>
            <a:endParaRPr lang="en-US" sz="2600" dirty="0"/>
          </a:p>
        </p:txBody>
      </p:sp>
      <p:sp>
        <p:nvSpPr>
          <p:cNvPr id="25" name="Text 23"/>
          <p:cNvSpPr txBox="1"/>
          <p:nvPr/>
        </p:nvSpPr>
        <p:spPr>
          <a:xfrm>
            <a:off x="9829800" y="3337560"/>
            <a:ext cx="175564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 전환 신호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9829800" y="4526280"/>
            <a:ext cx="1700784" cy="457200"/>
          </a:xfrm>
          <a:prstGeom prst="roundRect">
            <a:avLst>
              <a:gd name="adj" fmla="val 50000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5"/>
          <p:cNvSpPr txBox="1"/>
          <p:nvPr/>
        </p:nvSpPr>
        <p:spPr>
          <a:xfrm>
            <a:off x="9829800" y="4526280"/>
            <a:ext cx="17007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전환에서 제외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73936"/>
            <a:ext cx="886968" cy="658368"/>
          </a:xfrm>
          <a:prstGeom prst="roundRect">
            <a:avLst>
              <a:gd name="adj" fmla="val 11111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548640" y="1773936"/>
            <a:ext cx="886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591056" y="1773936"/>
            <a:ext cx="1002182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1819656" y="1773936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첫 시도</a:t>
            </a: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수어 인식 프로젝트의 MediaPipe 손 인식에서 출발. 추가 활용법을 찾다가 비서로 발전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535631"/>
            <a:ext cx="886968" cy="658368"/>
          </a:xfrm>
          <a:prstGeom prst="roundRect">
            <a:avLst>
              <a:gd name="adj" fmla="val 11111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548640" y="2535631"/>
            <a:ext cx="886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1591056" y="2535631"/>
            <a:ext cx="1002182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1819656" y="2535631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LLM 도입</a:t>
            </a: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Ollama 기반 명령 등록 모듈을 만들고 main.py에 연결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297326"/>
            <a:ext cx="886968" cy="658368"/>
          </a:xfrm>
          <a:prstGeom prst="roundRect">
            <a:avLst>
              <a:gd name="adj" fmla="val 11111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548640" y="3297326"/>
            <a:ext cx="886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591056" y="3297326"/>
            <a:ext cx="1002182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 txBox="1"/>
          <p:nvPr/>
        </p:nvSpPr>
        <p:spPr>
          <a:xfrm>
            <a:off x="1819656" y="3297326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 안정화</a:t>
            </a: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오발동을 잡고 LLM이 해석하는 명령 종류를 확장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4059022"/>
            <a:ext cx="886968" cy="658368"/>
          </a:xfrm>
          <a:prstGeom prst="roundRect">
            <a:avLst>
              <a:gd name="adj" fmla="val 11111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 txBox="1"/>
          <p:nvPr/>
        </p:nvSpPr>
        <p:spPr>
          <a:xfrm>
            <a:off x="548640" y="4059022"/>
            <a:ext cx="886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591056" y="4059022"/>
            <a:ext cx="1002182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6"/>
          <p:cNvSpPr txBox="1"/>
          <p:nvPr/>
        </p:nvSpPr>
        <p:spPr>
          <a:xfrm>
            <a:off x="1819656" y="4059022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명령</a:t>
            </a: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웨이크워드와 손등 트리거로 녹음해 바로 실행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4820717"/>
            <a:ext cx="886968" cy="658368"/>
          </a:xfrm>
          <a:prstGeom prst="roundRect">
            <a:avLst>
              <a:gd name="adj" fmla="val 11111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548640" y="4820717"/>
            <a:ext cx="8869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1591056" y="4820717"/>
            <a:ext cx="10021824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2" name="Text 20"/>
          <p:cNvSpPr txBox="1"/>
          <p:nvPr/>
        </p:nvSpPr>
        <p:spPr>
          <a:xfrm>
            <a:off x="1819656" y="4820717"/>
            <a:ext cx="9601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포즈 · 모드 전환</a:t>
            </a:r>
            <a:r>
              <a:rPr lang="en-US" sz="15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전신 포즈 모드를 더하고, 손과 포즈를 전환. 안정성도 개선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43484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8321040" y="169164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Shape 5"/>
          <p:cNvSpPr/>
          <p:nvPr/>
        </p:nvSpPr>
        <p:spPr>
          <a:xfrm>
            <a:off x="4434840" y="210312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321040" y="210312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731520" y="22402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커서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검지 끝을 커서로 사용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4617720" y="22402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클릭하려고 엄지를 붙이는 순간 검지가 움직여 커서가 어긋남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8503920" y="224028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손바닥 중심(손목 + 관절 평균)으로 변경. 핀치와 무관하게 안정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2103120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7818120" y="2103120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548640" y="352044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5" name="Shape 13"/>
          <p:cNvSpPr/>
          <p:nvPr/>
        </p:nvSpPr>
        <p:spPr>
          <a:xfrm>
            <a:off x="4434840" y="352044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4"/>
          <p:cNvSpPr/>
          <p:nvPr/>
        </p:nvSpPr>
        <p:spPr>
          <a:xfrm>
            <a:off x="8321040" y="352044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 txBox="1"/>
          <p:nvPr/>
        </p:nvSpPr>
        <p:spPr>
          <a:xfrm>
            <a:off x="731520" y="3657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우클릭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검지 + 중지 겹치기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3657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손날 자세에서 손가락이 붙어 우클릭이 오발동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365760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엄지를 손바닥 중앙으로 넣는 동작으로 교체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3931920" y="3520440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3520440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548640" y="493776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1"/>
          <p:cNvSpPr/>
          <p:nvPr/>
        </p:nvSpPr>
        <p:spPr>
          <a:xfrm>
            <a:off x="4434840" y="493776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2"/>
          <p:cNvSpPr/>
          <p:nvPr/>
        </p:nvSpPr>
        <p:spPr>
          <a:xfrm>
            <a:off x="8321040" y="4937760"/>
            <a:ext cx="3383280" cy="1280160"/>
          </a:xfrm>
          <a:prstGeom prst="roundRect">
            <a:avLst>
              <a:gd name="adj" fmla="val 5714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 txBox="1"/>
          <p:nvPr/>
        </p:nvSpPr>
        <p:spPr>
          <a:xfrm>
            <a:off x="731520" y="5074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휠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중지만 펴서 위아래로, 이후 고정 거리 기준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4617720" y="5074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약지가 중지와 같이 움직임. 카메라 거리마다 값이 달라짐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8503920" y="5074920"/>
            <a:ext cx="3017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변경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약지 + 새끼만 말고 손 전체를 위아래로 (검증된 방식 재사용)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3931920" y="4937760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7818120" y="4937760"/>
            <a:ext cx="502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4297680" cy="4206240"/>
          </a:xfrm>
          <a:prstGeom prst="roundRect">
            <a:avLst>
              <a:gd name="adj" fmla="val 1739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엄지–중지 거리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6974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0.17 → 0.003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손을 정면에서 옆으로, 뒤로 돌리는 동안 기록된 값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120640" y="1828800"/>
            <a:ext cx="6492240" cy="1325880"/>
          </a:xfrm>
          <a:prstGeom prst="roundRect">
            <a:avLst>
              <a:gd name="adj" fmla="val 5517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5349240" y="1965960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원인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추측하지 않고 매 프레임 판정값을 파일로 남겨 확인. 손을 돌리면 카메라 2D 화면에서 손가락이 겹쳐 보인다.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120640" y="3264408"/>
            <a:ext cx="6492240" cy="1325880"/>
          </a:xfrm>
          <a:prstGeom prst="roundRect">
            <a:avLst>
              <a:gd name="adj" fmla="val 551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5349240" y="3401568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클릭류 제스처는 손이 정면(손바닥)일 때만 판정. ON/OFF 이중 임계값과 0.1초 유지시간을 추가.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120640" y="4700016"/>
            <a:ext cx="6492240" cy="1325880"/>
          </a:xfrm>
          <a:prstGeom prst="roundRect">
            <a:avLst>
              <a:gd name="adj" fmla="val 551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5349240" y="4837176"/>
            <a:ext cx="60350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계열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손날 오인식: 거리에 따라 값이 변해서 단위벡터로 정규화. 판정 깜빡임: 0.28 미만에서 손날로 진입, 0.42 초과에서 해제. 그 사이는 직전 상태 유지.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210312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242316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시도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EAR로 깜빡임을 인식하고, 3초 롱블링크로 모니터 끄기까지 연결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343400" y="210312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617720" y="242316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사람마다 눈 크기가 달라 기준값을 </a:t>
            </a:r>
            <a:r>
              <a:rPr lang="en-US" sz="1600" dirty="0" err="1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따로</a:t>
            </a: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600" dirty="0" err="1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맞춰</a:t>
            </a:r>
            <a:r>
              <a:rPr lang="ko-KR" alt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 진행해도 값 기준이 모호해짐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138160" y="2103120"/>
            <a:ext cx="3474720" cy="2743200"/>
          </a:xfrm>
          <a:prstGeom prst="roundRect">
            <a:avLst>
              <a:gd name="adj" fmla="val 266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412480" y="2423160"/>
            <a:ext cx="29260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눈 기능은 넣고 싶었지만 어려움이 있어 이번 기능에서는 제외했다. 예/아니오는 엄지척 · 엄지다운이 대신 맡음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4206240" cy="4206240"/>
          </a:xfrm>
          <a:prstGeom prst="roundRect">
            <a:avLst>
              <a:gd name="adj" fmla="val 1739"/>
            </a:avLst>
          </a:prstGeom>
          <a:solidFill>
            <a:srgbClr val="1B2230"/>
          </a:solidFill>
          <a:ln w="12700">
            <a:solidFill>
              <a:srgbClr val="1B2230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822960" y="21031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F2B8B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사용 모델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51460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qwen2.5:3b-instruct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661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b="1" dirty="0">
                <a:solidFill>
                  <a:srgbClr val="9ADBC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도입 이유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97764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C9D0D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제스처에 원하는 명령을 코드 수정 없이 연결해 보고 싶어서 넣었다. 실시간 인식은 코드가, 문장 해석은 LLM이 맡도록 나눴다. Ollama로 로컬에서 실행한다.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0" y="1828800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8503920" y="1828800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5212080" y="1965960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"음소거"가 모니터 끄기로 해석됨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686800" y="196596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대비 예시를 프롬프트에 추가 (테스트 7/7 정답)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229600" y="1828800"/>
            <a:ext cx="274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029200" y="3264408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8503920" y="3264408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 txBox="1"/>
          <p:nvPr/>
        </p:nvSpPr>
        <p:spPr>
          <a:xfrm>
            <a:off x="5212080" y="3401568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"탭 닫아줘"에서 없는 동작을 만들어 냄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686800" y="3401568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허용 목록에 있는 동작만 실행, 프롬프트에 예시로 교정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0" y="3264408"/>
            <a:ext cx="274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029200" y="4700016"/>
            <a:ext cx="3200400" cy="1325880"/>
          </a:xfrm>
          <a:prstGeom prst="roundRect">
            <a:avLst>
              <a:gd name="adj" fmla="val 5517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Shape 17"/>
          <p:cNvSpPr/>
          <p:nvPr/>
        </p:nvSpPr>
        <p:spPr>
          <a:xfrm>
            <a:off x="8503920" y="4700016"/>
            <a:ext cx="3108960" cy="1325880"/>
          </a:xfrm>
          <a:prstGeom prst="roundRect">
            <a:avLst>
              <a:gd name="adj" fmla="val 5517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0" name="Text 18"/>
          <p:cNvSpPr txBox="1"/>
          <p:nvPr/>
        </p:nvSpPr>
        <p:spPr>
          <a:xfrm>
            <a:off x="5212080" y="4837176"/>
            <a:ext cx="2834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응답이 늦어 예외가 메인 루프까지 올라와 프로그램이 통째로 종료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0" y="4837176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예외는 그 명령만 실패시키고, 음성 명령은 별도 스레드, 모델은 30분 메모리 유지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8229600" y="4700016"/>
            <a:ext cx="2743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608326" cy="2651760"/>
          </a:xfrm>
          <a:prstGeom prst="roundRect">
            <a:avLst>
              <a:gd name="adj" fmla="val 28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224256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faster-whisper medium (GPU). 소음을 고려해 small보다 높은 모델을 골랐다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367278" y="1828800"/>
            <a:ext cx="2608326" cy="2651760"/>
          </a:xfrm>
          <a:prstGeom prst="roundRect">
            <a:avLst>
              <a:gd name="adj" fmla="val 28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3550158" y="2011680"/>
            <a:ext cx="224256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손등 3초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손을 떼면 녹음이 끝난다. 소음 환경의 주력 방식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85916" y="1828800"/>
            <a:ext cx="2608326" cy="2651760"/>
          </a:xfrm>
          <a:prstGeom prst="roundRect">
            <a:avLst>
              <a:gd name="adj" fmla="val 28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368796" y="2011680"/>
            <a:ext cx="224256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웨이크워드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무음 1.2초 뒤 자동 종료. 손을 쓸 수 없을 때 쓴다. 단어 "웨이크"는 임시값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004554" y="1828800"/>
            <a:ext cx="2608326" cy="2651760"/>
          </a:xfrm>
          <a:prstGeom prst="roundRect">
            <a:avLst>
              <a:gd name="adj" fmla="val 2805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9187434" y="2011680"/>
            <a:ext cx="224256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 분리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Whisper는 받아쓰기만. 해석과 실행은 기존 명령 모듈(LLM)이 맡는다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계기: </a:t>
            </a: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인식이 어떻게 동작하는지 알아보고 싶어서 넣었다. 현재는 손등 트리거를 주력으로 쓴다.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3547872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31821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라이브러리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MediaPipe Pose. 이미 설치돼 있고 가시성 정보를 주며, 다중 인원 검출은 필요 없다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306824" y="1828800"/>
            <a:ext cx="3547872" cy="265176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489704" y="2011680"/>
            <a:ext cx="31821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22차원 특징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 좌표 9점 x 2, 팔꿈치 각도 2, 머리 방향 2. 박스는 관절 최소 · 최대로 직접 계산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65008" y="1828800"/>
            <a:ext cx="3547872" cy="2651760"/>
          </a:xfrm>
          <a:prstGeom prst="roundRect">
            <a:avLst>
              <a:gd name="adj" fmla="val 2759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247888" y="2011680"/>
            <a:ext cx="31821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모드 분리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손과 포즈를 한 번에 하나만 켜서 충돌을 막음. 명령 모듈은 공유하고 이름만 pose_*로 구분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계기: </a:t>
            </a: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포즈 인식 참고 예제(YOLO)를 보고 우리 프로젝트에도 넣어 보고 싶었다. 지금은 특징 추출과 화면 표시까지 했고, 자세 등록과 인식은 다음 단계다.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2608326" cy="2651760"/>
          </a:xfrm>
          <a:prstGeom prst="roundRect">
            <a:avLst>
              <a:gd name="adj" fmla="val 28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31520" y="2011680"/>
            <a:ext cx="224256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6A738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 감지가 약해서 인식이 안 된다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367278" y="1828800"/>
            <a:ext cx="2608326" cy="2651760"/>
          </a:xfrm>
          <a:prstGeom prst="roundRect">
            <a:avLst>
              <a:gd name="adj" fmla="val 280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3550158" y="2011680"/>
            <a:ext cx="224256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 확인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 신호는 이미 정상으로 잡히고 있었다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185916" y="1828800"/>
            <a:ext cx="2608326" cy="2651760"/>
          </a:xfrm>
          <a:prstGeom prst="roundRect">
            <a:avLst>
              <a:gd name="adj" fmla="val 2805"/>
            </a:avLst>
          </a:prstGeom>
          <a:solidFill>
            <a:srgbClr val="FBE9E7"/>
          </a:solidFill>
          <a:ln w="12700">
            <a:solidFill>
              <a:srgbClr val="FBE9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368796" y="2011680"/>
            <a:ext cx="224256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C8443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진짜 원인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박수 신호는 약 30ms만 유지, 카메라는 33ms마다 한 프레임이라 겹칠 확률이 낮음. 박수 순간 양손이 하나로 검출되기도 함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9004554" y="1828800"/>
            <a:ext cx="2608326" cy="2651760"/>
          </a:xfrm>
          <a:prstGeom prst="roundRect">
            <a:avLst>
              <a:gd name="adj" fmla="val 2805"/>
            </a:avLst>
          </a:prstGeom>
          <a:solidFill>
            <a:srgbClr val="E3F3EE"/>
          </a:solidFill>
          <a:ln w="12700">
            <a:solidFill>
              <a:srgbClr val="E3F3E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9187434" y="2011680"/>
            <a:ext cx="224256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7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동시를 요구하지 않고, 직전 1초 안에 양손이 모여 있었으면 인정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475488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BF1DC"/>
          </a:solidFill>
          <a:ln w="12700">
            <a:solidFill>
              <a:srgbClr val="FBF1D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10"/>
          <p:cNvSpPr txBox="1"/>
          <p:nvPr/>
        </p:nvSpPr>
        <p:spPr>
          <a:xfrm>
            <a:off x="822960" y="49377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B7791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결국: </a:t>
            </a: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양손 모으기 1초만으로 손 / 포즈 모드를 전환(설정으로 박수 요구 복귀 가능). 키보드 소리와 박수를 가르는 건 고주파 비율이 아니라 음량(peak)이었다.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612648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교훈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828800"/>
            <a:ext cx="53721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 txBox="1"/>
          <p:nvPr/>
        </p:nvSpPr>
        <p:spPr>
          <a:xfrm>
            <a:off x="77724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06040"/>
            <a:ext cx="49149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좌표 대신 비율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어깨 너비 · 관절 거리로 나눠야 카메라 거리에 안 흔들린다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240780" y="1828800"/>
            <a:ext cx="53721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 txBox="1"/>
          <p:nvPr/>
        </p:nvSpPr>
        <p:spPr>
          <a:xfrm>
            <a:off x="6469380" y="201168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469380" y="2606040"/>
            <a:ext cx="49149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순간과 유지를 구분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스치듯 지나가는 전환 자세는 최소 유지시간으로 걸러낸다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4069080"/>
            <a:ext cx="53721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 txBox="1"/>
          <p:nvPr/>
        </p:nvSpPr>
        <p:spPr>
          <a:xfrm>
            <a:off x="77724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4846320"/>
            <a:ext cx="49149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추측 말고 로그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번 모두 짐작한 원인과 실제 원인이 달랐다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240780" y="4069080"/>
            <a:ext cx="5372100" cy="192024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 txBox="1"/>
          <p:nvPr/>
        </p:nvSpPr>
        <p:spPr>
          <a:xfrm>
            <a:off x="6469380" y="4251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1F8A7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2800" dirty="0"/>
          </a:p>
        </p:txBody>
      </p:sp>
      <p:sp>
        <p:nvSpPr>
          <p:cNvPr id="14" name="Text 12"/>
          <p:cNvSpPr txBox="1"/>
          <p:nvPr/>
        </p:nvSpPr>
        <p:spPr>
          <a:xfrm>
            <a:off x="6469380" y="4846320"/>
            <a:ext cx="49149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700" b="1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2D 화면의 한계</a:t>
            </a:r>
            <a:endParaRPr lang="en-US" sz="14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1B22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손과 몸을 돌리면 실제로 떨어져 있어도 겹쳐 보인다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855</Words>
  <Application>Microsoft Office PowerPoint</Application>
  <PresentationFormat>와이드스크린</PresentationFormat>
  <Paragraphs>162</Paragraphs>
  <Slides>12</Slides>
  <Notes>12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5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개인 AI 비서 — 시행착오로 보는 개발 과정</dc:title>
  <dc:subject>PptxGenJS Presentation</dc:subject>
  <dc:creator>개인 AI 비서</dc:creator>
  <cp:lastModifiedBy>정의형</cp:lastModifiedBy>
  <cp:revision>2</cp:revision>
  <dcterms:created xsi:type="dcterms:W3CDTF">2026-10-19T05:59:27Z</dcterms:created>
  <dcterms:modified xsi:type="dcterms:W3CDTF">2026-10-19T07:26:53Z</dcterms:modified>
</cp:coreProperties>
</file>