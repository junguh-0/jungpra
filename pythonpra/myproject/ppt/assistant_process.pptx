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이번 발표는 구현한 것보다 과정에서 이해한 것과 선택한 이유 중심.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1:10] 수어 인식 프로젝트에서 MediaPipe 손 인식을 써 본 뒤, 이걸 어디에 더 쓸 수 있을까 고민했다. 동작이 정해져 있으면 사용자가 원하는 대로 못 쓴다는 점을 문제로 잡았고, 목표는 클릭과 예/아니오를 뺀 모든 동작을 사용자가 정의하는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2:10] 발표를 준비하며 공개 자료로 기존 방법을 확인했다. 직접 써 본 것은 아니라는 점을 먼저 밝힌다. 각각 목적이 달라서 우리 목표와 다른 점을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3:00] 확인한 아쉬운 점마다 방안과 이유를 짝지어 말한다. 자연어 등록, 허용 목록, 명령 엔진 공유, 로컬 실행.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3:50] 설계. 입력에서 출력까지 한 줄로. 인식 모듈은 동작의 이름만 넘기고 실행은 다른 곳이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4:40] 도구마다 왜 썼는지. 손은 수어 프로젝트에서 써 본 MediaPipe를 이어서 썼다. 모델은 출처 링크를 붙였다.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5:30] 구현하며 이해한 것 1. 클릭이 계속 발동해서 로그를 남겨 확인했다. 손을 정면에서 옆으로, 뒤로 돌리는 동안 엄지–중지 거리가 0.17에서 0.003까지 떨어졌다. 실제로 붙인 게 아니라 2D 화면에서 손가락이 겹쳐 보인 것이었다.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6:20] 구현하며 이해한 것 2. 로컬 LLM은 학습하지 않고 매번 지시문과 예시를 다시 읽는다. 해석이 틀린 세 가지와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7:00] 구현하며 이해한 것 3. 두 가지 트리거와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 / 누적 7:25] 넣고 싶었지만 기준값 문제로 이번에는 제외했다.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/ 누적 8:00] 인식이 안 된다고 생각했지만 로그를 보니 신호는 잡히고 있었다. 타이밍이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9:00] 어떻게 확인했고 무엇을 확인하지 못했는지. 표본이 작고 소음 환경은 못 봤다는 점을 분명히. 개발에는 Claude Code를 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9:50] 알게 된 것으로 마무리하고 다음 단계를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blog.google/technology/ai/google-project-gameface/" TargetMode="External"/><Relationship Id="rId2" Type="http://schemas.openxmlformats.org/officeDocument/2006/relationships/hyperlink" Target="https://talonvoice.com/docs/" TargetMode="External"/><Relationship Id="rId3" Type="http://schemas.openxmlformats.org/officeDocument/2006/relationships/hyperlink" Target="https://docs.openinterpreter.com/safety/introduction" TargetMode="External"/><Relationship Id="rId4" Type="http://schemas.openxmlformats.org/officeDocument/2006/relationships/hyperlink" Target="https://www.home-assistant.io/integrations/ollama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검증까지, 선택한 이유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해석해서 PC를 제어한다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2011680"/>
            <a:ext cx="2423160" cy="31089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224028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MediaPipe 손 인식을 써 봄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2971800" y="2011680"/>
            <a:ext cx="457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429000" y="2011680"/>
            <a:ext cx="2423160" cy="31089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611880" y="224028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손 인식을 어디에 더 쓸 수 있을까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2011680"/>
            <a:ext cx="457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309360" y="2011680"/>
            <a:ext cx="2423160" cy="3108960"/>
          </a:xfrm>
          <a:prstGeom prst="roundRect">
            <a:avLst>
              <a:gd name="adj" fmla="val 3019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92240" y="224028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동작이 정해져 있으면 사용자가 원하는 대로 쓸 수 없다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011680"/>
            <a:ext cx="457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9189720" y="2011680"/>
            <a:ext cx="2423160" cy="3108960"/>
          </a:xfrm>
          <a:prstGeom prst="roundRect">
            <a:avLst>
              <a:gd name="adj" fmla="val 3019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372600" y="224028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· 예/아니오를 뺀 모든 동작을 사용자가 직접 정의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방법과 한계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384048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목표와 다른 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 Gameface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움직임으로 마우스 조작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(접근성)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손이 아닌 얼굴 입력. 표정에 동작을 연결하는 설정 방식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blog.google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Talon Voice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음성으로 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명령을 스크립트(.talon)로 직접 정의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talonvoice.com/docs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Interpreter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PC에서 코드를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임의 코드 실행. 안전은 실행 전 확인에 의존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docs.openinterpreter.com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Home Assistant + Ollama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Whisper와 로컬 LLM으로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 기기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구조는 비슷, 대상은 PC가 아닌 집 기기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home-assistant.io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본 것이 아니라 공개 자료로 확인한 내용이다 (발표 준비 중 조사).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방안과 이유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4348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348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3210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코드로 정의해야 한다 (Talon)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명령을 등록한다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동작을 붙이려고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486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348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210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코드를 실행한다 (Open Interpreter)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6177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실행한다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틀려도 위험한 동작은 막으려고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035808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7818120" y="3035808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486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348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3210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입력마다 도구가 따로 있다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(얼굴, 음성)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공유한다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5039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입력을 늘려도 명령은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한곳에서 관리하려고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3931920" y="405993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7818120" y="405993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5486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348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기기 중심이다 (Home Assistant)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46177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 로컬 실행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5039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PC 밖으로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나가지 않게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084064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7818120" y="5084064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916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인식은 이름만 넘긴다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바꿔도 인식 코드는 그대로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29768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628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실행한다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없으면 거부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04672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7532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하나만 켠다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↔ 포즈는 양손 모으기로 전환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선택 이유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651760"/>
                <a:gridCol w="365760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썼나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수어 프로젝트에서 써 본 MediaPipe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Face Mesh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MediaPipe로 눈 감김 비율(EAR) 계산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Pose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 쓰던 MediaPipe, 가시성 정보 제공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소음을 고려해 small보다 큰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모델을 로컬에서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변화로 간단히 감지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Windows 마우스 · 키보드 · 창을 직접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써 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MediaPipe를 이어서 사용.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확인. 손을 돌리면 2D 화면에서 손가락이 겹쳐 보인다.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판정. 0.1초 이상 유지해야 인정.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제거. 손날 판정은 들어가는 기준과 나오는 기준을 다르게 둬서 깜빡임을 막음.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제스처에 원하는 명령을 연결해 보고 싶어서. 인식은 코드가, 문장 해석은 LLM이 맡는다.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해석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냄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 예외로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인식이 궁금해서. 소음을 고려해 small보다 큰 모델을 선택.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 종료. 소음 환경의 주력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 종료. "웨이크"는 임시값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받아쓰기만. 해석은 LLM이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937760"/>
            <a:ext cx="658368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소음이 크지 않은 곳에서는 잘 인식한다 (녹음 5개 기준)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Face Mesh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MediaPipe로 눈 감김 비율(EAR) 계산.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EAR로 깜빡임 인식, 3초 롱블링크로 모니터 끄기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눈 크기가 달라 기준값을 따로 맞춰서 진행해도 값 기준이 모호해짐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기능에서는 제외. 예/아니오는 엄지척 · 엄지다운이 대신 맡음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 음량 변화로 간단히 감지.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16636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약해서 인식이 안 된다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41248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4964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정상으로 잡히고 있었다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6636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프레임(33ms)이 잘 안 겹침. 양손이 하나로 검출되기도 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41248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 양손이 모였으면 인정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029200" y="475488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754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모드를 전환. 키보드 소리와 박수는 음량(peak)으로 구분.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판정값을 로그로 남겨 원인 확인 (손, 박수)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5개를 받아쓰기 → 해석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 확인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 정확, 해석은 5개 모두 의도대로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 모두 정답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 오발동 해결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표본이 작다 (파일 5개, 조용한 환경)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환경은 확인하지 못했다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추출까지, 박수는 전환에서 제외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3035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303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방식: 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Code를 코드 작성 · 설계 조언 · 원인 분석에 활용했다. 제품 안의 Qwen과는 별개다.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64008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5852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학습하지 않고 매번 지시문을 다시 읽는다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LLM은 대화만 하니 코드로 연결해야 한다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돌리면 2D 화면에서 손가락이 겹쳐 보인다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추측하지 말고 로그로 확인한다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315200" y="1828800"/>
            <a:ext cx="4297680" cy="3931920"/>
          </a:xfrm>
          <a:prstGeom prst="roundRect">
            <a:avLst>
              <a:gd name="adj" fmla="val 186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205740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웨이크워드 확정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문제에서 검증까지, 선택한 이유</dc:title>
  <dc:subject>PptxGenJS Presentation</dc:subject>
  <dc:creator>개인 AI 비서</dc:creator>
  <cp:lastModifiedBy>개인 AI 비서</cp:lastModifiedBy>
  <cp:revision>1</cp:revision>
  <dcterms:created xsi:type="dcterms:W3CDTF">2026-10-21T05:17:29Z</dcterms:created>
  <dcterms:modified xsi:type="dcterms:W3CDTF">2026-10-21T05:17:29Z</dcterms:modified>
</cp:coreProperties>
</file>