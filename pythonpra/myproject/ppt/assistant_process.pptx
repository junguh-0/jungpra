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/ 누적 0:20] 인사와 한 줄 소개. 이번 발표는 구현한 것보다 과정에서 이해한 것과 선택한 이유 중심. 약 10분.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1:10] 수어 인식 프로젝트에서 MediaPipe 손 인식을 써 본 뒤, 이걸 어디에 더 쓸 수 있을까 고민했다. 정해진 제스처 대신 내가 원하는 동작을 직접 붙여 보고 싶었고, 그래서 클릭과 예/아니오를 뺀 모든 동작을 사용자가 정의하는 것을 목표로 잡았다.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2:10] 발표를 준비하며 공개 자료로 기존 방법을 확인했다. 직접 써 본 것은 아니라는 점을 먼저 밝힌다. 각각 목적이 달라서 우리 목표와 다른 점을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3:00] 확인한 아쉬운 점마다 방안과 이유를 짝지어 말한다. 자연어 등록, 허용 목록, 명령 엔진 공유, 로컬 실행.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3:50] 설계. 입력에서 출력까지 한 줄로. 인식 모듈은 동작의 이름만 넘기고 실행은 다른 곳이 맡는다.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4:40] 도구마다 왜 썼는지. 손은 수어 프로젝트에서 써 본 MediaPipe를 이어서 썼다. 모델은 출처 링크를 붙였다.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5:30] 구현하며 이해한 것 1. 클릭이 계속 발동해서 로그를 남겨 확인했다. 손을 정면에서 옆으로, 뒤로 돌리는 동안 엄지–중지 거리가 0.17에서 0.003까지 떨어졌다. 실제로 붙인 게 아니라 2D 화면에서 손가락이 겹쳐 보인 것이었다. 추측한 원인과 실제 원인이 달랐다.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6:20] 구현하며 이해한 것 2. 로컬 LLM은 학습하지 않고 매번 지시문과 예시를 다시 읽는다. 해석이 틀린 세 가지와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[0:40 / 누적 7:00] 구현하며 이해한 것 3. 두 가지 트리거와 역할 분리. 조용한 환경에서는 잘 인식했다.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[0:25 / 누적 7:25] 넣고 싶었지만 기준값 문제로 이번에는 제외했다.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[0:35 / 누적 8:00] 인식이 안 된다고 생각했지만 로그를 보니 신호는 잡히고 있었다. 타이밍이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[1:00 / 누적 9:00] 어떻게 확인했고 무엇을 확인하지 못했는지. 표본이 작고 소음 환경은 못 봤다는 점을 분명히. 개발에는 Claude Code를 썼다.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[0:50 / 누적 9:50] 알게 된 것으로 마무리하고 다음 단계를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blog.google/technology/ai/google-project-gameface/" TargetMode="External"/><Relationship Id="rId2" Type="http://schemas.openxmlformats.org/officeDocument/2006/relationships/hyperlink" Target="https://talonvoice.com/docs/" TargetMode="External"/><Relationship Id="rId3" Type="http://schemas.openxmlformats.org/officeDocument/2006/relationships/hyperlink" Target="https://docs.openinterpreter.com/safety/introduction" TargetMode="External"/><Relationship Id="rId4" Type="http://schemas.openxmlformats.org/officeDocument/2006/relationships/hyperlink" Target="https://www.home-assistant.io/integrations/ollama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google-ai-edge/mediapipe" TargetMode="External"/><Relationship Id="rId2" Type="http://schemas.openxmlformats.org/officeDocument/2006/relationships/hyperlink" Target="https://huggingface.co/Systran/faster-whisper-medium" TargetMode="External"/><Relationship Id="rId3" Type="http://schemas.openxmlformats.org/officeDocument/2006/relationships/hyperlink" Target="https://huggingface.co/Qwen/Qwen2.5-3B-Instruct" TargetMode="External"/><Relationship Id="rId4" Type="http://schemas.openxmlformats.org/officeDocument/2006/relationships/hyperlink" Target="https://github.com/mhammond/pywin32" TargetMode="External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0116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개인 AI 비서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0632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검증까지, 선택한 이유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9AA4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손동작 · 음성 · 포즈를 로컬 LLM으로 해석해서 PC를 제어한다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출발과 목표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740664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MediaPipe 손 인식을 써 봄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824728" y="2011680"/>
            <a:ext cx="512064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6336792" y="2011680"/>
            <a:ext cx="5276088" cy="3108960"/>
          </a:xfrm>
          <a:prstGeom prst="roundRect">
            <a:avLst>
              <a:gd name="adj" fmla="val 2353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528816" y="2240280"/>
            <a:ext cx="4901184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정해진 제스처 대신 내가 원하는 동작을 직접 붙여 보고 싶어서. 클릭 · 예/아니오를 뺀 모든 동작을 직접 정의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도구와 차이</a:t>
            </a:r>
            <a:endParaRPr lang="en-US" sz="3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2743200"/>
                <a:gridCol w="3840480"/>
                <a:gridCol w="22860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방법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하는 일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우리 목표와 다른 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Project Gameface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얼굴 움직임으로 마우스 조작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(접근성)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손이 아닌 얼굴 입력. 표정에 동작을 연결하는 설정 방식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blog.google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Talon Voice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음성으로 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명령을 스크립트(.talon)로 직접 정의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talonvoice.com/docs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 Interpreter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LLM이 PC에서 코드를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임의 코드 실행. 안전은 실행 전 확인에 의존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docs.openinterpreter.com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Home Assistant + Ollama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Whisper와 로컬 LLM으로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집 기기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구조는 비슷, 대상은 PC가 아닌 집 기기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home-assistant.io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본 것이 아니라 공개 자료로 확인한 내용이다 (발표 준비 중 조사).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방안과 이유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비슷한 도구는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44348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방안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16002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이유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4348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8321040" y="2011680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315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코드로 정의해야 한다 (Talon)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46177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자연어로 명령을 등록한다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503920" y="2011680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없이 동작을 붙이려고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9319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7818120" y="2011680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5486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44348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321040" y="3035808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7315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임의 코드를 실행한다 (Open Interpreter)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46177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목록의 동작만 실행한다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503920" y="3035808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틀려도 위험한 동작은 막으려고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Text 19"/>
          <p:cNvSpPr txBox="1"/>
          <p:nvPr/>
        </p:nvSpPr>
        <p:spPr>
          <a:xfrm>
            <a:off x="7818120" y="3035808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5486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44348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321040" y="4059936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7315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입력마다 도구가 따로 있다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(얼굴, 음성)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46177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음성이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엔진 하나를 공유한다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503920" y="4059936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입력을 늘려도 명령은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한곳에서 관리하려고</a:t>
            </a:r>
            <a:endParaRPr lang="en-US" sz="1600" dirty="0"/>
          </a:p>
        </p:txBody>
      </p:sp>
      <p:sp>
        <p:nvSpPr>
          <p:cNvPr id="29" name="Text 26"/>
          <p:cNvSpPr txBox="1"/>
          <p:nvPr/>
        </p:nvSpPr>
        <p:spPr>
          <a:xfrm>
            <a:off x="39319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Text 27"/>
          <p:cNvSpPr txBox="1"/>
          <p:nvPr/>
        </p:nvSpPr>
        <p:spPr>
          <a:xfrm>
            <a:off x="7818120" y="4059936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1" name="Shape 28"/>
          <p:cNvSpPr/>
          <p:nvPr/>
        </p:nvSpPr>
        <p:spPr>
          <a:xfrm>
            <a:off x="5486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44348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8321040" y="5084064"/>
            <a:ext cx="33832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315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집 기기 중심이다 (Home Assistant)</a:t>
            </a:r>
            <a:endParaRPr lang="en-US" sz="1600" dirty="0"/>
          </a:p>
        </p:txBody>
      </p:sp>
      <p:sp>
        <p:nvSpPr>
          <p:cNvPr id="35" name="Text 32"/>
          <p:cNvSpPr txBox="1"/>
          <p:nvPr/>
        </p:nvSpPr>
        <p:spPr>
          <a:xfrm>
            <a:off x="46177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PC 동작에 맞춘 목록, 로컬 실행</a:t>
            </a:r>
            <a:endParaRPr lang="en-US" sz="1600" dirty="0"/>
          </a:p>
        </p:txBody>
      </p:sp>
      <p:sp>
        <p:nvSpPr>
          <p:cNvPr id="36" name="Text 33"/>
          <p:cNvSpPr txBox="1"/>
          <p:nvPr/>
        </p:nvSpPr>
        <p:spPr>
          <a:xfrm>
            <a:off x="8503920" y="5084064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데이터가 PC 밖으로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나가지 않게</a:t>
            </a:r>
            <a:endParaRPr lang="en-US" sz="1600" dirty="0"/>
          </a:p>
        </p:txBody>
      </p:sp>
      <p:sp>
        <p:nvSpPr>
          <p:cNvPr id="37" name="Text 34"/>
          <p:cNvSpPr txBox="1"/>
          <p:nvPr/>
        </p:nvSpPr>
        <p:spPr>
          <a:xfrm>
            <a:off x="39319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8" name="Text 35"/>
          <p:cNvSpPr txBox="1"/>
          <p:nvPr/>
        </p:nvSpPr>
        <p:spPr>
          <a:xfrm>
            <a:off x="7818120" y="5084064"/>
            <a:ext cx="502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흐름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2834640" y="1691640"/>
            <a:ext cx="6492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9692640" y="169164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48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731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카메라</a:t>
            </a:r>
            <a:endParaRPr lang="en-US" sz="1800" dirty="0"/>
          </a:p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마이크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영상 · 소리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Shape 9"/>
          <p:cNvSpPr/>
          <p:nvPr/>
        </p:nvSpPr>
        <p:spPr>
          <a:xfrm>
            <a:off x="2834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3017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017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· 포즈 · 음성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17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3017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 이름 ·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받아쓴 문장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4754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5"/>
          <p:cNvSpPr/>
          <p:nvPr/>
        </p:nvSpPr>
        <p:spPr>
          <a:xfrm>
            <a:off x="5120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5303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연결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5303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main.py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모드 전환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찾기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03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303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 또는 문장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040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24" name="Shape 21"/>
          <p:cNvSpPr/>
          <p:nvPr/>
        </p:nvSpPr>
        <p:spPr>
          <a:xfrm>
            <a:off x="7406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589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 · 검증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7589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commandmodule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 검사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589520" y="411480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넘기는 값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7589520" y="434340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{ action, target }</a:t>
            </a:r>
            <a:endParaRPr lang="en-US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9326880" y="2103120"/>
            <a:ext cx="3657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400" dirty="0"/>
          </a:p>
        </p:txBody>
      </p:sp>
      <p:sp>
        <p:nvSpPr>
          <p:cNvPr id="30" name="Shape 27"/>
          <p:cNvSpPr/>
          <p:nvPr/>
        </p:nvSpPr>
        <p:spPr>
          <a:xfrm>
            <a:off x="9692640" y="2103120"/>
            <a:ext cx="1920240" cy="2926080"/>
          </a:xfrm>
          <a:prstGeom prst="roundRect">
            <a:avLst>
              <a:gd name="adj" fmla="val 381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9875520" y="22860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9875520" y="3017520"/>
            <a:ext cx="1554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windowcontrol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마우스 · 키 · 창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54864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7724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인식은 이름만 넘긴다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명령을 바꿔도 인식 코드는 그대로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429768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452628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실행한다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목록에 없으면 거부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046720" y="5257800"/>
            <a:ext cx="3566160" cy="1097280"/>
          </a:xfrm>
          <a:prstGeom prst="roundRect">
            <a:avLst>
              <a:gd name="adj" fmla="val 666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8275320" y="5367528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번에 하나만 켠다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↔ 포즈는 양손 모으기로 전환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도구와 선택 이유</a:t>
            </a:r>
            <a:endParaRPr lang="en-US" sz="3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2651760"/>
                <a:gridCol w="3657600"/>
                <a:gridCol w="374904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영역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도구 ·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왜 썼나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2230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손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Hands · OpenCV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수어 프로젝트에서 써 본 MediaPipe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1" invalidUrl="" action="" tgtFrame="" tooltip="" history="1" highlightClick="0" endSnd="0"/>
                        </a:rPr>
                        <a:t>github.com/google-ai-edge/mediapipe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Face Mesh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같은 MediaPipe로 눈 감김 비율(EAR) 계산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포즈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MediaPipe Pose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이미 쓰던 MediaPipe, 가시성 정보 제공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위와 동일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음성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faster-whisper medium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소음을 고려해 small보다 큰 모델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2" invalidUrl="" action="" tgtFrame="" tooltip="" history="1" highlightClick="0" endSnd="0"/>
                        </a:rPr>
                        <a:t>huggingface.co/Systran/faster-whisper-medium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LLM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Qwen2.5-3B-Instruct (Ollama)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작은 모델을 로컬에서 실행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3" invalidUrl="" action="" tgtFrame="" tooltip="" history="1" highlightClick="0" endSnd="0"/>
                        </a:rPr>
                        <a:t>huggingface.co/Qwen/Qwen2.5-3B-Instruct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박수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sounddevice · NumPy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없이 음량 변화로 간단히 감지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6A7384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PC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pywin32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2230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Windows 마우스 · 키보드 · 창을 직접 제어</a:t>
                      </a:r>
                      <a:endParaRPr lang="en-US" sz="14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u="sng" dirty="0"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  <a:hlinkClick r:id="rId4" invalidUrl="" action="" tgtFrame="" tooltip="" history="1" highlightClick="0" endSnd="0"/>
                        </a:rPr>
                        <a:t>github.com/mhammond/pywin32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Hands · OpenCV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수어 인식 프로젝트에서 써 본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MediaPipe를 이어서 사용.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로그로 확인. 손을 돌리면 2D 화면에서 손가락이 겹쳐 보인다.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손바닥이 정면일 때만 클릭 판정. 0.1초 이상 유지해야 인정.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계열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거리 영향은 정규화로 제거. 손날 판정은 들어가는 기준과 나오는 기준을 다르게 둬서 깜빡임을 막음.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qwen2.5:3b-instruct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수정 없이 제스처에 원하는 명령을 연결해 보고 싶어서. 인식은 코드가, 문장 해석은 LLM이 맡는다.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503920" y="1828800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0" y="19659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"음소거"를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 끄기로 해석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0" y="1965960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예시를 프롬프트에 추가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(7문장 모두 정답)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0" y="1828800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5029200" y="3264408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503920" y="3264408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12080" y="3401568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없는 동작을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만들어 냄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686800" y="3401568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목록만 실행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예시로 교정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0" y="3264408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6"/>
          <p:cNvSpPr/>
          <p:nvPr/>
        </p:nvSpPr>
        <p:spPr>
          <a:xfrm>
            <a:off x="5029200" y="4700016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503920" y="4700016"/>
            <a:ext cx="310896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212080" y="4837176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지연 예외로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 전체 종료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8686800" y="4837176"/>
            <a:ext cx="27432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명령만 실패 처리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모델은 메모리에 유지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0" y="4700016"/>
            <a:ext cx="2743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모델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faster-whisper medium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 인식이 궁금해서. 소음을 고려해 small보다 큰 모델을 선택.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2024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손등 3초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떼면 녹음 종료. 소음 환경의 주력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283464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257800" y="292608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웨이크워드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무음 1.2초 뒤 자동 종료. "웨이크"는 임시값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840480"/>
            <a:ext cx="6583680" cy="914400"/>
          </a:xfrm>
          <a:prstGeom prst="roundRect">
            <a:avLst>
              <a:gd name="adj" fmla="val 8000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3931920"/>
            <a:ext cx="6126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분리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Whisper는 받아쓰기만. 해석은 LLM이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0" y="4937760"/>
            <a:ext cx="6583680" cy="1097280"/>
          </a:xfrm>
          <a:prstGeom prst="roundRect">
            <a:avLst>
              <a:gd name="adj" fmla="val 6667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257800" y="493776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소음이 크지 않은 곳에서는 잘 인식한다 (녹음 5개 기준)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눈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MediaPipe Face Mesh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MediaPipe로 눈 감김 비율(EAR) 계산.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257800" y="196596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시도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EAR로 깜빡임 인식, 3초 롱블링크로 모니터 끄기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0" y="32461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257800" y="338328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사람마다 눈 크기가 달라 기준값을 따로 맞춰서 진행해도 값 기준이 모호해짐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46634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257800" y="4800600"/>
            <a:ext cx="6126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기능에서는 제외. 예/아니오는 엄지척 · 엄지다운이 대신 맡음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4206240" cy="4206240"/>
          </a:xfrm>
          <a:prstGeom prst="roundRect">
            <a:avLst>
              <a:gd name="adj" fmla="val 1739"/>
            </a:avLst>
          </a:prstGeom>
          <a:solidFill>
            <a:srgbClr val="1B2230"/>
          </a:solidFill>
          <a:ln w="12700">
            <a:solidFill>
              <a:srgbClr val="1B223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21031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2B8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 라이브러리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514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sounddevice · NumPy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66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9ADB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도입 이유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97764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9D0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모델 없이 음량 변화로 간단히 감지.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02920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516636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6A738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가정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소리 감지가 약해서 인식이 안 된다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8412480" y="182880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8549640" y="193852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 확인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신호는 이미 정상으로 잡히고 있었다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16636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원인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박수 신호(30ms)와 카메라 프레임(33ms)이 잘 안 겹침. 양손이 하나로 검출되기도 함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8412480" y="3246120"/>
            <a:ext cx="3200400" cy="1325880"/>
          </a:xfrm>
          <a:prstGeom prst="roundRect">
            <a:avLst>
              <a:gd name="adj" fmla="val 5517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549640" y="3355848"/>
            <a:ext cx="2971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직전 1초 안에 양손이 모였으면 인정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5029200" y="475488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257800" y="4754880"/>
            <a:ext cx="6126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결국: </a:t>
            </a:r>
            <a:pPr indent="0" marL="0">
              <a:buNone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양손 모으기 1초로 모드를 전환. 키보드 소리와 박수는 음량(peak)으로 구분.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한계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확인한 방법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판정값을 로그로 남겨 원인 확인 (손, 박수)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녹음 5개를 받아쓰기 → 해석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문장으로 LLM 해석 확인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434340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E3F3EE"/>
          </a:solidFill>
          <a:ln w="12700">
            <a:solidFill>
              <a:srgbClr val="E3F3E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61772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결과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음성: 받아쓰기 5개 중 4개 정확, 해석은 5개 모두 의도대로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LLM: 예시 7문장 모두 정답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손: 겹침 오발동 해결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8138160" y="1828800"/>
            <a:ext cx="3474720" cy="3200400"/>
          </a:xfrm>
          <a:prstGeom prst="roundRect">
            <a:avLst>
              <a:gd name="adj" fmla="val 2286"/>
            </a:avLst>
          </a:prstGeom>
          <a:solidFill>
            <a:srgbClr val="FBE9E7"/>
          </a:solidFill>
          <a:ln w="12700">
            <a:solidFill>
              <a:srgbClr val="FBE9E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412480" y="2057400"/>
            <a:ext cx="2926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C8443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표본이 작다 (파일 5개, 조용한 환경)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소음 환경은 확인하지 못했다</a:t>
            </a:r>
            <a:endParaRPr lang="en-US" sz="1400" dirty="0"/>
          </a:p>
          <a:p>
            <a:pPr marL="342900" indent="-342900">
              <a:spcBef>
                <a:spcPts val="800"/>
              </a:spcBef>
              <a:buSzPct val="100000"/>
              <a:buChar char="•"/>
            </a:pPr>
            <a:r>
              <a:rPr lang="en-US" sz="16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포즈는 특징 추출까지, 박수는 전환에서 제외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48640" y="530352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530352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방식: </a:t>
            </a:r>
            <a:pPr indent="0" marL="0">
              <a:buNone/>
            </a:pPr>
            <a:r>
              <a:rPr lang="en-US" sz="15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Code를 코드 작성 · 설계 조언 · 원인 분석에 활용했다. 제품 안의 Qwen과는 별개다.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12648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정리</a:t>
            </a:r>
            <a:endParaRPr lang="en-US" sz="3200" dirty="0"/>
          </a:p>
        </p:txBody>
      </p:sp>
      <p:sp>
        <p:nvSpPr>
          <p:cNvPr id="4" name="Shape 1"/>
          <p:cNvSpPr/>
          <p:nvPr/>
        </p:nvSpPr>
        <p:spPr>
          <a:xfrm>
            <a:off x="548640" y="1828800"/>
            <a:ext cx="6400800" cy="3931920"/>
          </a:xfrm>
          <a:prstGeom prst="roundRect">
            <a:avLst>
              <a:gd name="adj" fmla="val 186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822960" y="2057400"/>
            <a:ext cx="585216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F8A7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알게 된 것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학습하지 않고 매번 지시문을 다시 읽는다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LLM은 대화만 하니 코드로 연결해야 한다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손을 돌리면 2D 화면에서 손가락이 겹쳐 보인다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19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추측하지 말고 로그로 확인한다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7315200" y="1828800"/>
            <a:ext cx="4297680" cy="3931920"/>
          </a:xfrm>
          <a:prstGeom prst="roundRect">
            <a:avLst>
              <a:gd name="adj" fmla="val 1860"/>
            </a:avLst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589520" y="2057400"/>
            <a:ext cx="37490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B779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단계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자세 등록 · 인식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통합</a:t>
            </a:r>
            <a:endParaRPr lang="en-US" sz="1400" dirty="0"/>
          </a:p>
          <a:p>
            <a:pPr marL="342900" indent="-342900">
              <a:spcBef>
                <a:spcPts val="1800"/>
              </a:spcBef>
              <a:buSzPct val="100000"/>
              <a:buChar char="•"/>
            </a:pPr>
            <a:r>
              <a:rPr lang="en-US" sz="2100" dirty="0">
                <a:solidFill>
                  <a:srgbClr val="1B223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웨이크워드 확정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개인 AI 비서 — 문제에서 검증까지, 선택한 이유</dc:title>
  <dc:subject>PptxGenJS Presentation</dc:subject>
  <dc:creator>개인 AI 비서</dc:creator>
  <cp:lastModifiedBy>개인 AI 비서</cp:lastModifiedBy>
  <cp:revision>1</cp:revision>
  <dcterms:created xsi:type="dcterms:W3CDTF">2026-10-26T05:48:22Z</dcterms:created>
  <dcterms:modified xsi:type="dcterms:W3CDTF">2026-10-26T05:48:22Z</dcterms:modified>
</cp:coreProperties>
</file>