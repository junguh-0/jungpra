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1:00] MediaPipe 손 인식을 PC 조작에 어떻게 활용할지 찾다가 시작했다. 정해진 제스처에 정해진 기능이 붙어 있는 방식 대신 원하는 동작을 직접 붙이고 싶었고, 그래서 클릭과 예/아니오만 고정하고 나머지 모든 동작은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1:40] 방안 네 가지만 말한다. 자연어 등록, 허용 목록, 명령 엔진 공유, 로컬 실행. 각각의 결과는 다음 슬라이드의 처리 흐름에서 함께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2:30] 설계. 입력에서 출력까지 한 줄로 설명하고, 아래의 방안 네 가지 결과가 흐름의 어느 단계에서 나타나는지 짚는다. 인식 모듈은 동작의 이름만 넘기고 실행은 다른 곳이 맡는다.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3:10] 도구마다 왜 썼는지. 앞의 흐름의 각 단계에 무엇을 썼는지로 말한다. 손과 포즈는 MediaPipe 하나로 처리했다.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5:30]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6:05]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6:45] 손과 같은 MediaPipe로 상체 특징까지 뽑았다. 손과 포즈는 한 번에 하나만 켜서 충돌을 막는다. 눈(깜빡임 인식)은 사람마다 눈 크기가 달라 기준값이 모호해서 기능적 문제로 없앴다. 자세 등록과 인식은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7:35]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8:15] 입력 방식별로 무엇을 할 수 있게 됐는지 표로 보여 주고, 다음 단계를 말하며 마무리한다.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9:05] 전체 시연 영상(약 47초). 앞부분은 손 동작과 명령 실행(크롬이 열리고 창 닫기 확인), 중간은 손과 포즈 전환, 마지막은 손등을 유지해 음성 명령(유튜브가 열림). 영상에는 말소리가 들어 있지 않으므로 직접 '유튜브 켜줘'라고 말하며 설명한다. 시간이 모자라면 앞부분만 재생한다.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632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발표자:정의형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손 인식을 PC 조작에 활용할 방법을 찾다가 시작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클릭과 예/아니오만 고정, 나머지 모든 동작은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 등록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 연결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 사용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3931920"/>
                <a:gridCol w="32918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이유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Pose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손과 포즈를 MediaPipe 하나로 처리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 선택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창을 한 라이브러리로 제어 (Windows 전용)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인식을 PC 조작 입력으로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확장하려는 목적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돌릴 때 2D 화면에서 손가락이 겹쳐 보이는 현상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두어 깜빡임 방지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명령을 연결하려는 목적. 인식은 코드, 해석은 LLM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일반 PC에서 직접 실행 가능한 3B(30억 파라미터) 규모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제약: GPU가 없는 환경에서는 더 작은 모델로 축소 필요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오해석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생성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인식의 동작 방식을 알아보려는 목적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소음 환경을 고려해 small 대신 medium 선택, GPU로 실행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small과 차이: 파라미터 약 3배 (2.4억 → 7.7억)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향상, 속도 · 메모리 부담 증가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환경에서 주로 사용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받아쓰기만, 해석은 LLM이 담당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음량 변화로 감지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 인식 불가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 감지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프레임(33ms)의 시점 불일치. 양손이 하나로 검출되는 경우도 발생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양손이 모였으면 인정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 전환. 키보드 소리와 박수는 음량(peak)으로 구분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같은 MediaPipe를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이어서 사용. 가시성 정보도 제공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· 팔꿈치 각도 · 머리 방향 추출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활성화. 명령 모듈은 공유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단계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추출까지. 자세 등록 · 인식은 다음 단계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84632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눈은 제외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기능적 문제로 제외. 사람마다 눈 크기가 달라 기준값 설정이 곤란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원인 확인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받아쓰기 · 해석 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 4개 모두 의도대로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부족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 미확인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것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이동 · 좌클릭 / 우클릭 · 스크롤 · 예 / 아니오 · 창 제어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동작과 모드 전환, 자세로 명령 실행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 · 단축키 · 미디어 키 · 사이트 열기 · 웹 검색 (LLM이 해석)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 전환</a:t>
                      </a:r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 ※ 전환이 말끔하지 않아 보류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2026-10-28T05:10:41Z</dcterms:created>
  <dcterms:modified xsi:type="dcterms:W3CDTF">2026-10-28T05:10:41Z</dcterms:modified>
</cp:coreProperties>
</file>