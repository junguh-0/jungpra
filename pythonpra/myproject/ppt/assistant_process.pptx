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1:00] 수어 인식 프로젝트에서 MediaPipe 손 인식을 써 본 뒤, 이걸 어디에 더 쓸 수 있을까 고민했다. 정해진 제스처 대신 내가 원하는 동작을 직접 붙여 보고 싶었고, 그래서 클릭과 예/아니오를 뺀 모든 동작을 사용자가 정의하는 것을 목표로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1:40] 방안 네 가지만 말한다. 자연어 등록, 허용 목록, 명령 엔진 공유, 로컬 실행. 각각의 결과는 다음 슬라이드의 처리 흐름에서 함께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2:30] 설계. 입력에서 출력까지 한 줄로 설명하고, 아래의 방안 네 가지 결과가 흐름의 어느 단계에서 나타나는지 짚는다. 인식 모듈은 동작의 이름만 넘기고 실행은 다른 곳이 맡는다. 손과 포즈는 한 번에 하나만 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3:10] 도구마다 왜 썼는지. 앞의 흐름의 각 단계에 무엇을 썼는지로 말한다. 손은 수어 프로젝트에서 써 본 MediaPipe를 이어서 썼다.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4:00]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5:30]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6:10] 손과 같은 MediaPipe로 상체 특징까지 뽑았다. 손과 포즈는 한 번에 하나만 켜서 충돌을 막는다. 눈(깜빡임 인식)은 사람마다 눈 크기가 달라 기준값이 모호해서 기능적 문제로 없앴다. 자세 등록과 인식은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6:45]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7:35]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8:15] 입력 방식별로 무엇을 할 수 있게 됐는지 표로 보여 주고, 다음 단계를 말하며 마무리한다.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9:05] 전체 시연 영상(약 47초). 앞부분은 손 동작과 명령 실행(크롬이 열리고 창 닫기 확인), 중간은 손과 포즈 전환, 마지막은 손등을 유지해 음성 명령(유튜브가 열림). 영상에는 말소리가 들어 있지 않으므로 직접 '유튜브 켜줘'라고 말하며 설명한다. 시간이 모자라면 앞부분만 재생한다.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MediaPipe 손 인식을 써 봤다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제스처 대신 원하는 동작을 직접 붙이기 위해, 클릭 · 예/아니오를 뺀 모든 동작을 직접 정의하기로 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명령을 등록한다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실행한다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공유한다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63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실행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45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번에 하나)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방안의 결과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자연어 등록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동작을 붙인다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36042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4330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허용 목록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있는 동작만 실행된다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명령 엔진 공유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 같은 명령을 쓴다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898398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6686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로컬 실행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 둔 PC 조작만 PC 안에서 처리한다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3931920"/>
                <a:gridCol w="32918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썼나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· 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Pose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수어 프로젝트에서 써 본 MediaPipe를 이어서 썼다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모델을 골랐다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실행한다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감지한다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Windows 마우스 · 키보드 · 창을 직접 제어한다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코드편집기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보조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· 설계 조언 · 원인 분석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안의 Qwen과는 별개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써 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MediaPipe를 이어서 썼다.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확인했다. 손을 돌리면 2D 화면에서 손가락이 겹쳐 보인다.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클릭을 판정한다.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없앤다. 손날 판정은 들어가는 기준과 나오는 기준을 다르게 두어 깜빡임을 막는다.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연결하기 위해 사용했다.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해석한다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추가한다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낸다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교정한다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늦으면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전체가 종료된다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실패로 처리한다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유지한다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인식의 동작 방식을 알아보려고 골랐다. 소음을 고려해 small보다 큰 모델을 썼다.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녹음이 끝난다. 소음 환경에서 주로 쓴다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자동으로 끝난다. "웨이크"는 임시값이다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 하고 해석은 LLM이 한다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인식한다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같은 MediaPipe를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이어서 썼다. 가시성 정보도 준다.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좌표 · 팔꿈치 각도 · 머리 방향을 뽑는다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포즈는 한 번에 하나만 켠다. 명령 모듈은 함께 쓴다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단계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추출까지. 자세 등록 · 인식은 다음 단계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84632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눈은 제외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기능적 문제로 없앴다. 사람마다 눈 크기가 달라 기준값이 모호했다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음량 변화로 감지한다.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인식되지 않는다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겹치지 않는다. 양손이 하나로 검출되기도 한다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양손이 모였으면 인정한다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전환한다. 키보드 소리와 박수는 음량(peak)으로 구분한다.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남겨 원인을 확인했다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5개를 받아쓰게 하고 해석을 확인했다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해석을 확인했다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4개가 정확했고, 해석은 5개 모두 의도대로였다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7문장이 모두 정답이었다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겹침으로 인한 오발동을 해결했다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표본이 작다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환경은 확인하지 못했다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추출까지만 했고, 박수는 전환에서 제외했다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것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이동 · 좌클릭 / 우클릭 · 스크롤 · 예 / 아니오 · 창 제어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동작과 모드 전환, 자세로 명령 실행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실행 · 단축키 · 미디어 키 · 사이트 열기 · 웹 검색 (LLM이 해석)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 전환</a:t>
                      </a:r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 ※ 전환이 말끔하지 않아 보류했다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2026-10-27T08:50:08Z</dcterms:created>
  <dcterms:modified xsi:type="dcterms:W3CDTF">2026-10-27T08:50:08Z</dcterms:modified>
</cp:coreProperties>
</file>