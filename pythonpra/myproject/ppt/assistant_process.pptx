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 / 누적 0:20] 인사와 한 줄 소개. 이번 발표는 구현한 것보다 과정에서 이해한 것과 선택한 이유 중심. 약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1:00] MediaPipe 손 인식을 PC 조작에 어떻게 활용할지 찾다가 시작했다. 정해진 제스처에 정해진 기능이 붙어 있는 방식 대신 원하는 동작을 직접 붙이고 싶었고, 그래서 클릭과 예/아니오만 고정하고 나머지 모든 동작은 사용자가 정의하는 것을 목표로 잡았다.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1:40] 방안 네 가지만 말한다. 자연어 등록, 허용 목록, 명령 엔진 공유, 로컬 실행. 각각의 결과는 다음 슬라이드의 처리 흐름에서 함께 보여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2:30] 설계. 입력에서 출력까지 한 줄로 설명하고, 아래의 방안 네 가지 결과가 흐름의 어느 단계에서 나타나는지 짚는다. 인식 모듈은 동작의 이름만 넘기고 실행은 다른 곳이 맡는다. 손과 포즈는 한 번에 하나만 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3:10] 도구마다 왜 썼는지. 앞의 흐름의 각 단계에 무엇을 썼는지로 말한다. 손과 포즈는 MediaPipe 하나로 처리했다. 모델은 출처 링크를 붙였다.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4:00] 구현하며 이해한 것 1. 클릭이 계속 발동해서 로그를 남겨 확인했다. 손을 정면에서 옆으로, 뒤로 돌리는 동안 엄지–중지 거리가 0.17에서 0.003까지 떨어졌다. 실제로 붙인 게 아니라 2D 화면에서 손가락이 겹쳐 보인 것이었다. 추측한 원인과 실제 원인이 달랐다.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4:50] 구현하며 이해한 것 2. 로컬 LLM은 학습하지 않고 매번 지시문과 예시를 다시 읽는다. 해석이 틀린 세 가지와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5:30] 구현하며 이해한 것 3. 두 가지 트리거와 역할 분리. 조용한 환경에서는 잘 인식했다.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 / 누적 6:05] 인식이 안 된다고 생각했지만 로그를 보니 신호는 잡히고 있었다. 타이밍이 원인.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6:45] 손과 같은 MediaPipe로 상체 특징까지 뽑았다. 손과 포즈는 한 번에 하나만 켜서 충돌을 막는다. 눈(깜빡임 인식)은 사람마다 눈 크기가 달라 기준값이 모호해서 기능적 문제로 없앴다. 자세 등록과 인식은 다음 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7:35] 어떻게 확인했고 무엇을 확인하지 못했는지. 표본이 작고 소음 환경은 못 봤다는 점을 분명히. 개발에는 Claude Code를 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/ 누적 8:15] 입력 방식별로 무엇을 할 수 있게 됐는지 표로 보여 주고, 다음 단계를 말하며 마무리한다.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/ 누적 9:05] 전체 시연 영상(약 47초). 앞부분은 손 동작과 명령 실행(크롬이 열리고 창 닫기 확인), 중간은 손과 포즈 전환, 마지막은 손등을 유지해 음성 명령(유튜브가 열림). 영상에는 말소리가 들어 있지 않으므로 직접 '유튜브 켜줘'라고 말하며 설명한다. 시간이 모자라면 앞부분만 재생한다.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oogle-ai-edge/mediapipe" TargetMode="External"/><Relationship Id="rId2" Type="http://schemas.openxmlformats.org/officeDocument/2006/relationships/hyperlink" Target="https://huggingface.co/Systran/faster-whisper-medium" TargetMode="External"/><Relationship Id="rId3" Type="http://schemas.openxmlformats.org/officeDocument/2006/relationships/hyperlink" Target="https://huggingface.co/Qwen/Qwen2.5-3B-Instruct" TargetMode="External"/><Relationship Id="rId4" Type="http://schemas.openxmlformats.org/officeDocument/2006/relationships/hyperlink" Target="https://github.com/mhammond/pywin3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AI 비서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 · 음성 · 포즈를 로컬 LLM으로 해석해 PC를 제어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5632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발표자:정의형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출발과 목표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2011680"/>
            <a:ext cx="527608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40664" y="2240280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손 인식을 PC 조작에 활용할 방법을 찾다가 시작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24728" y="2011680"/>
            <a:ext cx="5120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336792" y="2011680"/>
            <a:ext cx="5276088" cy="3108960"/>
          </a:xfrm>
          <a:prstGeom prst="roundRect">
            <a:avLst>
              <a:gd name="adj" fmla="val 2353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28816" y="2240280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클릭과 예/아니오만 고정, 나머지 모든 동작은 사용자가 직접 정의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82880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명령 등록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2423160"/>
            <a:ext cx="640080" cy="6400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182880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목록의 동작만 실행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4526280"/>
            <a:ext cx="640080" cy="6400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3931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음성이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엔진 하나를 공유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263640" y="39319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4526280"/>
            <a:ext cx="640080" cy="64008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3931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동작에 맞춘 목록,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실행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16459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소리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201168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834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017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2926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이름 ·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받아쓴 문장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01168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120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303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2926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전환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 번에 하나)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찾기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35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또는 문장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01168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7406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589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· 검증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2926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 검사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넘기는 값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action, target }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2011680"/>
            <a:ext cx="365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9692640" y="201168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7552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29260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windowcontrol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· 키 · 창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방안의 결과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30352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539496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자연어 등록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 동작 연결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360420" y="530352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543300" y="539496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허용 목록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있는 동작만 실행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72200" y="530352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55080" y="539496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명령 엔진 공유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· 포즈 · 음성이 같은 명령 사용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983980" y="5303520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66860" y="5394960"/>
            <a:ext cx="2263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로컬 실행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 둔 PC 조작만 PC 안에서 처리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선택 이유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834640"/>
                <a:gridCol w="3931920"/>
                <a:gridCol w="32918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· 모델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 · 포즈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MediaPipe Hands · Pose · OpenCV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손과 포즈를 MediaPipe 하나로 처리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1" invalidUrl="" action="" tgtFrame="" tooltip="" history="1" highlightClick="0" endSnd="0"/>
                        </a:rPr>
                        <a:t>github.com/google-ai-edge/mediapipe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medium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소음을 고려해 small보다 큰 모델 선택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2" invalidUrl="" action="" tgtFrame="" tooltip="" history="1" highlightClick="0" endSnd="0"/>
                        </a:rPr>
                        <a:t>huggingface.co/Systran/faster-whisper-medium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Qwen2.5-3B-Instruct (Ollama)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모델을 로컬에서 실행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3" invalidUrl="" action="" tgtFrame="" tooltip="" history="1" highlightClick="0" endSnd="0"/>
                        </a:rPr>
                        <a:t>huggingface.co/Qwen/Qwen2.5-3B-Instruct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sounddevice · NumPy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없이 음량 변화로 간단히 감지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제어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pywin32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마우스 · 키보드 · 창을 한 라이브러리로 제어 (Windows 전용)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  <a:hlinkClick r:id="rId4" invalidUrl="" action="" tgtFrame="" tooltip="" history="1" highlightClick="0" endSnd="0"/>
                        </a:rPr>
                        <a:t>github.com/mhammond/pywin32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작성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VS Code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코드편집기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보조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작성 · 설계 조언 · 원인 분석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38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안의 Qwen과는 별개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Hands · OpenCV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인식을 PC 조작 입력으로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확장하려는 목적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57800" y="19659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원인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돌릴 때 2D 화면에서 손가락이 겹쳐 보이는 현상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324612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57800" y="33832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손바닥이 정면일 때만 클릭 판정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466344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57800" y="48006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영향은 정규화로 제거. 손날 판정은 들어가는 기준과 나오는 기준을 다르게 두어 깜빡임 방지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모델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qwen2.5:3b-instruct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 없이 명령을 연결하려는 목적. 인식은 코드, 해석은 LLM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이유: 일반 PC에서 직접 실행 가능한 3B(30억 파라미터) 규모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제약: GPU가 없는 환경에서는 더 작은 모델로 축소 필요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03920" y="18288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0" y="19659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"음소거"를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 끄기로 오해석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19659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예시를 프롬프트에 추가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(7문장 모두 정답)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18288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029200" y="3264408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03920" y="3264408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34015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동작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 생성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40156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목록만 실행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예시로 교정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3264408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029200" y="4700016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03920" y="4700016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4837176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지연 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전체 종료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4837176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명령만 실패 처리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메모리에 유지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700016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모델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 medium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인식의 동작 방식을 알아보려는 목적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이유: 소음 환경을 고려해 small 대신 medium 선택, GPU로 실행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small과 차이: 파라미터 약 3배 (2.4억 → 7.7억)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향상, 속도 · 메모리 부담 증가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257800" y="19202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손등 3초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떼면 녹음 종료. 소음 환경에서 주로 사용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28346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257800" y="29260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웨이크워드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1.2초 뒤 자동 종료. "웨이크"는 임시값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384048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57800" y="39319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받아쓰기만, 해석은 LLM이 담당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0" y="4937760"/>
            <a:ext cx="6583680" cy="1097280"/>
          </a:xfrm>
          <a:prstGeom prst="roundRect">
            <a:avLst>
              <a:gd name="adj" fmla="val 6667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57800" y="49377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</a:t>
            </a:r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소음이 크지 않은 곳에서는 잘 인식 (녹음 5개 기준)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sounddevice · NumPy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모델 없이 음량 변화로 감지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sounddevice: 마이크 입력을 30ms 블록 단위로 수신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로그: 실제 박수 peak 0.2~1.0, 키보드 등 잡음 0.03 안팎. 박수 소리 정상 포착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166360" y="19385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감지가 약해 인식 불가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18288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549640" y="193852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확인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신호는 이미 정상 감지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32461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66360" y="335584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원인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 신호(30ms)와 카메라 프레임(33ms)의 시점 불일치. 양손이 하나로 검출되는 경우도 발생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12480" y="32461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49640" y="3355848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1초 안에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양손이 모였으면 인정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0" y="475488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57800" y="47548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</a:t>
            </a:r>
            <a:pPr indent="0" marL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모으기 1초로 모드 전환. 키보드 소리와 박수는 음량(peak)으로 구분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라이브러리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Pose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같은 MediaPipe를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사용. 가시성 정보도 제공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0" y="182880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257800" y="19202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상체 좌표 · 팔꿈치 각도 · 머리 방향 추출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28346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57800" y="29260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분리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포즈는 한 번에 하나만 활성화. 명령 모듈은 공유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384048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57800" y="39319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단계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추출까지. 자세 등록 · 인식은 다음 단계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0" y="484632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57800" y="49377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눈은 제외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기능적 문제로 제외. 사람마다 눈 크기가 달라 기준값 설정이 곤란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검증과 한계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20574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방법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로그로 원인 확인 (손, 박수)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5개 받아쓰기 · 해석 확인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문장으로 LLM 해석 확인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34340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17720" y="20574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결과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음성: 받아쓰기 5개 중 4개 정확, 해석 4개 모두 의도대로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LLM: 예시 7문장 모두 정답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손: 겹침 오발동 해결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0" y="20574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부족 (파일 5개, 조용한 환경)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환경 미확인</a:t>
            </a:r>
            <a:endParaRPr lang="en-US" sz="1400" dirty="0"/>
          </a:p>
          <a:p>
            <a:pPr marL="342900" indent="-342900">
              <a:spcBef>
                <a:spcPts val="1400"/>
              </a:spcBef>
              <a:buSzPct val="100000"/>
              <a:buChar char="•"/>
            </a:pP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포즈는 특징 추출까지, 박수는 전환에서 제외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303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 있는 것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커서 이동 · 좌클릭 / 우클릭 · 스크롤 · 예 / 아니오 · 창 제어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포즈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 동작과 모드 전환, 자세로 명령 실행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실행 · 단축키 · 미디어 키 · 사이트 열기 · 웹 검색 (LLM이 해석)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박수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2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모드 전환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 ※ 전환이 말끔하지 않아 보류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589520" y="182880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863840" y="205740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400" dirty="0"/>
          </a:p>
          <a:p>
            <a:pPr marL="342900" indent="-342900">
              <a:spcBef>
                <a:spcPts val="2200"/>
              </a:spcBef>
              <a:buSzPct val="100000"/>
              <a:buChar char="•"/>
            </a:pPr>
            <a:r>
              <a:rPr lang="en-US" sz="2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등록 · 인식</a:t>
            </a:r>
            <a:endParaRPr lang="en-US" sz="1400" dirty="0"/>
          </a:p>
          <a:p>
            <a:pPr marL="342900" indent="-342900">
              <a:spcBef>
                <a:spcPts val="2200"/>
              </a:spcBef>
              <a:buSzPct val="100000"/>
              <a:buChar char="•"/>
            </a:pPr>
            <a:r>
              <a:rPr lang="en-US" sz="24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통합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3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50568" y="1691640"/>
            <a:ext cx="8290560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AI 비서 — 문제에서 검증까지, 선택한 이유</dc:title>
  <dc:subject>PptxGenJS Presentation</dc:subject>
  <dc:creator>개인 AI 비서</dc:creator>
  <cp:lastModifiedBy>개인 AI 비서</cp:lastModifiedBy>
  <cp:revision>1</cp:revision>
  <dcterms:created xsi:type="dcterms:W3CDTF">2026-10-28T05:25:36Z</dcterms:created>
  <dcterms:modified xsi:type="dcterms:W3CDTF">2026-10-28T05:25:36Z</dcterms:modified>
</cp:coreProperties>
</file>