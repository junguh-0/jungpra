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 / 누적 0:20] 인사와 한 줄 소개. 전체 발표 시간은 약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/ 누적 1:20] 만든 이유를 먼저 말한다. 목표: 클릭과 예/아니오를 뺀 모든 동작을 사용자가 직접 정의. 수어 인식 프로젝트에서 MediaPipe 손 인식을 써 본 뒤 추가 활용법을 찾다가 시작. 오른쪽은 만든 순서를 한 번만 훑는다.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/ 누적 2:20] 입력에서 출력까지 한 줄로 설명한다. 인식 모듈은 동작의 이름만 넘기고 실행은 다른 곳이 맡는다. LLM이 만든 값은 허용 목록에 있는 것만 실행한다. 손과 포즈는 한 번에 하나만 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3:10] 용도별로 어떤 도구를 썼는지, 지금 상태가 어떤지 한 번에 본다. 모델은 출처 링크를 붙였다. 박수는 별도 모델 없이 소리 크기 변화로 감지한다.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4:00] 이 프로젝트는 Claude Code 세션으로 코드를 만들고 조언을 받으며 진행했다. 코드 작성과 수정, 설계 조언, 로그를 보고 원인 가설을 세우는 일에 썼다. 제품 안의 Qwen과는 별개.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4:50] 시도, 문제, 해결 순서로 세 가지(커서, 우클릭, 휠)를 짧게. 시연 영상이 있으면 여기서 보여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5:40] 가장 말할 거리가 많은 장면. 로그를 남겨 확인했더니 손을 돌릴 때 손가락이 겹쳐 보인 것이 원인이었다. 추측한 원인과 실제 원인이 달랐다.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/ 누적 6:10] 짧게. 넣고 싶었지만 기준값 문제로 이번에는 제외했고 코드는 남겼다.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7:00] 사용 모델과 이유, 해석이 틀렸던 세 가지와 해결. LLM은 학습하지 않고 매번 지시문과 예시를 다시 읽는다는 점도 한 줄로.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7:40] 두 가지 트리거(손등 3초, 웨이크워드)와 역할 분리. 조용한 환경에서는 잘 인식했다.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8:20] 라이브러리 선택 이유, 22차원 특징, 지금 단계(특징 추출까지)와 다음 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9:00] 인식이 안 된다고 생각했지만 로그를 보니 신호는 잡히고 있었다. 타이밍이 원인이었고, 결국 양손 모으기로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9:50] 네 가지 교훈으로 마무리. 로그로 확인하는 습관이 가장 크게 남았다.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oogle-ai-edge/mediapipe" TargetMode="External"/><Relationship Id="rId2" Type="http://schemas.openxmlformats.org/officeDocument/2006/relationships/hyperlink" Target="https://huggingface.co/Systran/faster-whisper-medium" TargetMode="External"/><Relationship Id="rId3" Type="http://schemas.openxmlformats.org/officeDocument/2006/relationships/hyperlink" Target="https://huggingface.co/Qwen/Qwen2.5-3B-Instruct" TargetMode="External"/><Relationship Id="rId4" Type="http://schemas.openxmlformats.org/officeDocument/2006/relationships/hyperlink" Target="https://github.com/mhammond/pywin3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AI 비서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시행착오로 보는 개발 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· 음성 · 포즈를 로컬 LLM으로 해석해서 PC를 제어한다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48056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클릭과 예/아니오를 뺀 모든 동작을 사용자가 직접 정의한다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 인식 프로젝트의 손 인식에서 출발, 추가 활용법을 찾다가 비서로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691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순서 (커밋 기준)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03520" y="210312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532120" y="21031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 도입</a:t>
            </a:r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명령을 문장으로 등록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306324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532120" y="3063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안정화</a:t>
            </a:r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오발동 제거, 명령 종류 확장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303520" y="402336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32120" y="4023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명령</a:t>
            </a:r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웨이크워드 · 손등으로 녹음해 실행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303520" y="498348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32120" y="4983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· 모드 전환</a:t>
            </a:r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손과 포즈를 번갈아 사용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16916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소리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834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017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이름 ·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받아쓴 문장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120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303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전환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찾기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3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또는 문장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7406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589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· 검증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 검사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action, target }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9692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75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windowcontrol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· 키 · 창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5257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5367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인식은 이름만 넘긴다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바꿔도 인식 코드는 그대로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297680" y="5257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26280" y="5367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목록만 실행한다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없으면 거부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046720" y="5257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75320" y="5367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 켠다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↔ 포즈는 양손 모으기로 전환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926080"/>
                <a:gridCol w="1554480"/>
                <a:gridCol w="3108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· 모델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 21개 점 인식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Hands · OpenCV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invalidUrl="" action="" tgtFrame="" tooltip="" history="1" highlightClick="0" endSnd="0"/>
                        </a:rPr>
                        <a:t>github.com/google-ai-edge/mediapipe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 감김 비율(EAR)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Face Mesh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위와 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상체 키포인트 인식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Pose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예정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위와 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→ 텍스트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medium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invalidUrl="" action="" tgtFrame="" tooltip="" history="1" highlightClick="0" endSnd="0"/>
                        </a:rPr>
                        <a:t>huggingface.co/Systran/faster-whisper-medium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→ 동작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Qwen2.5-3B-Instruct (Ollama)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invalidUrl="" action="" tgtFrame="" tooltip="" history="1" highlightClick="0" endSnd="0"/>
                        </a:rPr>
                        <a:t>huggingface.co/Qwen/Qwen2.5-3B-Instruct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크기 변화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sounddevice · NumPy (모델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전환에서 제외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마우스 · 키보드 · 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pywin32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invalidUrl="" action="" tgtFrame="" tooltip="" history="1" highlightClick="0" endSnd="0"/>
                        </a:rPr>
                        <a:t>github.com/mhammond/pywin32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LLM(Claude Code)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3774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· 수정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구현과 오류 수정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예외 처리)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210312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617720" y="23774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조언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제안과 대안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명령 모듈 공유)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38160" y="210312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412480" y="23774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보조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로그를 읽고 원인 가설 제시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pinch_middle, 박수)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0" y="3657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777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 · OpenCV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21031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0" y="21031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 끝을 커서로 사용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엄지를 붙이는 순간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검지가 움직여 어긋남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 중심으로 변경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2103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2103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8640" y="3520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34840" y="3520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3520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우클릭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 + 중지 겹치기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손날 자세에서 오발동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엄지를 손바닥 중앙으로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931920" y="352044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352044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548640" y="4937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434840" y="4937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0" y="4937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중지만 펴서 위아래로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61772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약지가 같이 움직임.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거리마다 값이 달라짐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0392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약지 + 새끼만 말고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전체를 위아래로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931920" y="49377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49377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엄지–중지 거리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97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0.17 → 0.003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돌리는 동안 기록된 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1828800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19659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로그로 확인. 손을 돌리면 2D 화면에서 손가락이 겹쳐 보인다.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20640" y="3264408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340156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손바닥이 정면일 때만 클릭 판정. 0.1초 이상 유지해야 인정.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20640" y="4700016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49240" y="4837176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영향은 정규화로 제거. 손날 판정은 들어가는 기준과 나오는 기준을 다르게 둬서 깜빡임을 막음.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0" y="3657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777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Face Mesh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115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비율(EAR)은 직접 계산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EAR로 깜빡임 인식, 3초 롱블링크로 모니터 끄기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눈 크기가 달라 기준값을 따로 맞춰서 진행해도 값 기준이 모호해짐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816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기능에서는 제외. 예/아니오는 엄지척 · 엄지다운이 대신 맡음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qwen2.5:3b-instruct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없이 제스처에 원하는 명령을 연결해 보고 싶어서. 인식은 코드가, 문장 해석은 LLM이 맡는다.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18288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0" y="1965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"음소거"를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 끄기로 해석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1965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프롬프트에 추가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(7문장 모두 정답)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18288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29200" y="3264408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03920" y="3264408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34015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동작을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냄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40156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목록만 실행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예시로 교정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264408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029200" y="4700016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0" y="4700016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4837176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지연 예외로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전체 종료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4837176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명령만 실패 처리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메모리에 유지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700016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0" y="3657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777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 medium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소음을 고려해 small보다 큰 모델 선택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7278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550158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손등 3초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떼면 녹음 종료. 소음 환경의 주력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85916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68796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웨이크워드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1.2초 뒤 자동 종료. "웨이크"는 임시값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04554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7434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받아쓰기만. 해석은 LLM이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계기: </a:t>
            </a:r>
            <a:pPr indent="0" marL="0">
              <a:buNone/>
            </a:pPr>
            <a:r>
              <a:rPr lang="en-US" sz="18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인식이 궁금해서 넣었다. 소음이 크지 않은 곳에서는 잘 인식한다.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2011680"/>
            <a:ext cx="3182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Pose. 설치돼 있고 가시성 정보를 준다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06824" y="1828800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489704" y="2011680"/>
            <a:ext cx="3182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22차원 특징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18 + 팔꿈치 각도 2 + 머리 방향 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65008" y="1828800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47888" y="2011680"/>
            <a:ext cx="3182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분리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 켜서 충돌 방지. 명령 모듈은 공유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계기: </a:t>
            </a:r>
            <a:pPr indent="0" marL="0">
              <a:buNone/>
            </a:pPr>
            <a:r>
              <a:rPr lang="en-US" sz="18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인식 참고 예제(YOLO)를 보고 넣어 보고 싶었다. 지금은 특징 추출까지, 자세 등록과 인식은 다음 단계.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0" y="3657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777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sounddevice · NumPy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115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모델 없이 음량 변화로 감지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감지가 약해서 인식이 안 된다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67278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50158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확인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신호는 이미 정상으로 잡히고 있었다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85916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신호(30ms)와 카메라 프레임(33ms)이 잘 안 겹침. 양손이 하나로 검출되기도 함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004554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1초 안에 양손이 모였으면 인정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결국: </a:t>
            </a:r>
            <a:pPr indent="0" marL="0">
              <a:buNone/>
            </a:pPr>
            <a:r>
              <a:rPr lang="en-US" sz="18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모으기 1초로 모드를 전환. 키보드 소리와 박수는 음량(peak)으로 구분.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0604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좌표 대신 비율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 너비 등으로 나눠야 거리에 안 흔들림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0780" y="182880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693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69380" y="260604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순간과 유지를 구분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자세는 최소 유지시간으로 걸러냄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84632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말고 로그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모두 짐작한 원인과 실제 원인이 달랐다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40780" y="406908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693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469380" y="484632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화면의 한계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돌리면 떨어져 있어도 겹쳐 보임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 — 시행착오로 보는 개발 과정</dc:title>
  <dc:subject>PptxGenJS Presentation</dc:subject>
  <dc:creator>개인 AI 비서</dc:creator>
  <cp:lastModifiedBy>개인 AI 비서</cp:lastModifiedBy>
  <cp:revision>1</cp:revision>
  <dcterms:created xsi:type="dcterms:W3CDTF">2026-10-21T05:17:29Z</dcterms:created>
  <dcterms:modified xsi:type="dcterms:W3CDTF">2026-10-21T05:17:29Z</dcterms:modified>
</cp:coreProperties>
</file>