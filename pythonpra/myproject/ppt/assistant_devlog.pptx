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전체 발표 시간은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1:20] 만든 이유를 먼저 말한다. 목표: 클릭과 예/아니오를 뺀 모든 동작을 사용자가 직접 정의. MediaPipe 손 인식을 PC 조작에 활용할 방법을 찾다가 시작. 오른쪽은 만든 순서를 한 번만 훑는다.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2:20] 입력에서 출력까지 한 줄로 설명한다. 인식 모듈은 동작의 이름만 넘기고 실행은 다른 곳이 맡는다. LLM이 만든 값은 허용 목록에 있는 것만 실행한다. 손과 포즈는 한 번에 하나만 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3:10] 용도별로 어떤 도구를 썼는지, 지금 상태가 어떤지 한 번에 본다. 모델은 출처 링크를 붙였다. 박수는 별도 모델 없이 소리 크기 변화로 감지한다.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4:00] 이 프로젝트는 Claude Code 세션으로 코드를 만들고 조언을 받으며 진행했다. 코드 작성과 수정, 설계 조언, 로그를 보고 원인 가설을 세우는 일에 썼다. 제품 안의 Qwen과는 별개.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4:50] 시도, 문제, 해결 순서로 세 가지(커서, 우클릭, 휠)를 짧게. 시연 영상이 있으면 여기서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5:40] 가장 말할 거리가 많은 장면. 로그를 남겨 확인했더니 손을 돌릴 때 손가락이 겹쳐 보인 것이 원인이었다.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/ 누적 6:10] 짧게. 넣고 싶었지만 기준값 문제로 이번에는 제외했고 코드는 남겼다.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7:00] 사용 모델과 이유, 해석이 틀렸던 세 가지와 해결. LLM은 학습하지 않고 매번 지시문과 예시를 다시 읽는다는 점도 한 줄로.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7:40] 두 가지 트리거(손등 3초, 웨이크워드)와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8:20] 라이브러리 선택 이유, 22차원 특징, 지금 단계(특징 추출까지)와 다음 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9:00] 인식이 안 된다고 생각했지만 로그를 보니 신호는 잡히고 있었다. 타이밍이 원인이었고, 결국 양손 모으기로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9:50] 네 가지 교훈으로 마무리. 로그로 확인하는 습관이 가장 크게 남았다.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시행착오로 보는 개발 과정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 PC를 제어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48056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클릭과 예/아니오를 뺀 모든 동작을 사용자가 직접 정의한다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4340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손 인식에서 출발, PC 조작 활용법을 찾다가 비서로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303520" y="16916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순서 (커밋 기준)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0" y="2103120"/>
            <a:ext cx="6309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532120" y="21031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 도입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명령을 문장으로 등록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03520" y="3063240"/>
            <a:ext cx="6309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32120" y="3063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안정화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오발동 제거, 명령 종류 확장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303520" y="4023360"/>
            <a:ext cx="6309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532120" y="40233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명령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웨이크워드 · 손등으로 녹음해 실행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303520" y="4983480"/>
            <a:ext cx="6309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532120" y="49834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 · 모드 전환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손과 포즈를 번갈아 사용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916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인식은 이름만 넘긴다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바꿔도 인식 코드는 그대로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29768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628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실행한다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없으면 거부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04672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7532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하나만 켠다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↔ 포즈는 양손 모으기로 전환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77440"/>
                <a:gridCol w="2926080"/>
                <a:gridCol w="155448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21개 점 인식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8A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 감김 비율(EAR)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Face Mesh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상체 키포인트 인식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Pose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예정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 → 텍스트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8A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 → 동작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8A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소리 크기 변화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 (모델 없음)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전환에서 제외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마우스 · 키보드 · 창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8A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LLM(Claude Code)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23774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작성 · 수정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구현과 오류 수정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(예: 예외 처리)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43400" y="210312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617720" y="23774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조언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제안과 대안 비교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(예: 명령 모듈 공유)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138160" y="2103120"/>
            <a:ext cx="34747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412480" y="23774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 보조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로그를 읽고 원인 가설 제시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(예: pinch_middle, 박수)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34840" y="210312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21040" y="210312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240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검지 끝을 커서로 사용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2240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엄지를 붙이는 순간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검지가 움직여 어긋남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2240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 중심으로 변경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48640" y="35204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434840" y="35204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21040" y="35204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3657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우클릭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검지 + 중지 겹치기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657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손날 자세에서 오발동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0" y="3657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엄지를 손바닥 중앙으로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931920" y="352044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7818120" y="352044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548640" y="493776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434840" y="493776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493776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152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중지만 펴서 위아래로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61772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약지가 같이 움직임.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거리마다 값이 달라짐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0392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약지 + 새끼만 말고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전체를 위아래로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931920" y="493776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7818120" y="493776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9768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엄지–중지 거리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6974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0.17 → 0.003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돌리는 동안 기록된 값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120640" y="1828800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49240" y="19659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돌릴 때 2D 화면에서 손가락이 겹쳐 보이는 현상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120640" y="3264408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49240" y="3401568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120640" y="4700016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49240" y="4837176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제거. 손날 판정은 들어가는 기준과 나오는 기준을 다르게 두어 깜빡임 방지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Face Mesh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1155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비율(EAR)은 직접 계산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EAR로 깜빡임 인식, 3초 롱블링크로 모니터 끄기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4340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772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눈 크기가 달라 기준값을 따로 맞춰서 진행해도 값 기준이 모호해짐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13816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기능에서는 제외. 예/아니오는 엄지척 · 엄지다운이 대신 맡음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제스처에 원하는 명령을 연결하려는 목적. 인식은 코드가, 문장 해석은 LLM이 담당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오해석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생성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 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소음을 고려해 small보다 큰 모델 선택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7278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550158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 종료. 소음 환경에서 주로 사용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85916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368796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 종료. "웨이크"는 임시값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004554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7434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받아쓰기만, 해석은 LLM이 담당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계기: </a:t>
            </a:r>
            <a:pPr indent="0" marL="0">
              <a:buNone/>
            </a:pPr>
            <a:r>
              <a:rPr lang="en-US" sz="18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인식의 동작 방식을 알아보려는 목적. 소음이 크지 않은 곳에서는 잘 인식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2011680"/>
            <a:ext cx="31821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Pose. 설치돼 있고 가시성 정보를 준다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06824" y="1828800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489704" y="2011680"/>
            <a:ext cx="31821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22차원 특징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18 + 팔꿈치 각도 2 + 머리 방향 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65008" y="1828800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47888" y="2011680"/>
            <a:ext cx="31821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하나만 켜서 충돌 방지. 명령 모듈은 공유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계기: </a:t>
            </a:r>
            <a:pPr indent="0" marL="0">
              <a:buNone/>
            </a:pPr>
            <a:r>
              <a:rPr lang="en-US" sz="18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 인식 참고 예제(YOLO)를 보고 넣어 보고 싶었다. 지금은 특징 추출까지, 자세 등록과 인식은 다음 단계.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1155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 음량 변화로 감지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 인식 불가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67278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550158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 감지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85916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68796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프레임(33ms)의 시점 불일치. 양손이 하나로 검출되는 경우도 발생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9004554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양손이 모였으면 인정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결국: </a:t>
            </a:r>
            <a:pPr indent="0" marL="0">
              <a:buNone/>
            </a:pPr>
            <a:r>
              <a:rPr lang="en-US" sz="18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 전환. 키보드 소리와 박수는 음량(peak)으로 구분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60604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좌표 대신 비율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어깨 너비 등으로 나눠야 거리에 안 흔들림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40780" y="182880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6938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469380" y="260604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순간과 유지를 구분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자세는 최소 유지시간으로 걸러냄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06908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84632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 말고 로그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 모두 짐작한 원인과 실제 원인이 달랐다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40780" y="406908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6938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6469380" y="484632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화면의 한계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돌리면 떨어져 있어도 겹쳐 보임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시행착오로 보는 개발 과정</dc:title>
  <dc:subject>PptxGenJS Presentation</dc:subject>
  <dc:creator>개인 AI 비서</dc:creator>
  <cp:lastModifiedBy>개인 AI 비서</cp:lastModifiedBy>
  <cp:revision>1</cp:revision>
  <dcterms:created xsi:type="dcterms:W3CDTF">2026-10-28T04:41:20Z</dcterms:created>
  <dcterms:modified xsi:type="dcterms:W3CDTF">2026-10-28T04:41:20Z</dcterms:modified>
</cp:coreProperties>
</file>