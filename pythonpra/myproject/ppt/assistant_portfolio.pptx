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4-1.mp4"/><Relationship Id="rId2" Type="http://schemas.microsoft.com/office/2007/relationships/media" Target="../media/media-14-1.mp4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 PC를 제어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5632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발표자:정의형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소개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 PC를 제어하는 개인 비서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· 구현 · 검증 전 과정 진행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입력(손 · 포즈 · 음성) → 명령 해석 → 허용 목록 검사 → PC 동작 실행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907792"/>
            <a:ext cx="658368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57800" y="2907792"/>
            <a:ext cx="1325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07792"/>
            <a:ext cx="4709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작성은 VS Code, 설계 조언과 원인 분석에는 Claude Code 활용. 제품 안의 Qwen과는 별개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3986784"/>
            <a:ext cx="6583680" cy="969264"/>
          </a:xfrm>
          <a:prstGeom prst="roundRect">
            <a:avLst>
              <a:gd name="adj" fmla="val 754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3986784"/>
            <a:ext cx="1325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과정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986784"/>
            <a:ext cx="4709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클릭과 박수 두 곳에서 짐작한 원인과 실제 원인이 달랐고, 로그 기록으로 원인 확정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5065776"/>
            <a:ext cx="6583680" cy="969264"/>
          </a:xfrm>
          <a:prstGeom prst="roundRect">
            <a:avLst>
              <a:gd name="adj" fmla="val 754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5065776"/>
            <a:ext cx="1325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065776"/>
            <a:ext cx="4709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받아쓰기 5개 중 4개 정확, LLM 예시 7문장 모두 정답. 표본 부족과 소음 환경 미확인은 한계로 명시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출발과 목표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40664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손 인식을 PC 조작에 활용할 방법 탐색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24728" y="2011680"/>
            <a:ext cx="51206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336792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28816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제스처-기능 연결 대신, 클릭과 예/아니오만 고정하고 나머지 모든 동작은 사용자가 직접 정의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 등록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263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실행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459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번에 하나)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방안의 결과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4864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자연어 등록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 연결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36042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54330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허용 목록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있는 동작만 실행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17220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명령 엔진 공유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 같은 명령 사용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898398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16686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로컬 실행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 둔 PC 조작만 PC 안에서 처리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834640"/>
                <a:gridCol w="3931920"/>
                <a:gridCol w="32918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이유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· 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Pose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손과 포즈를 MediaPipe 하나로 처리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 선택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마우스 · 키보드 · 창을 한 라이브러리로 제어 (Windows 전용)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코드편집기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보조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· 설계 조언 · 원인 분석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안의 Qwen과는 별개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인식을 PC 조작 입력으로 확장하려는 목적. 인식 기술은 그대로 두고 판정 기준과 동작 연결을 직접 설계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엄지–중지 거리로 클릭 판정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69748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26974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69748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의도하지 않은 클릭 반복 발동. 처음에는 손 떨림으로 추정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356616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257800" y="356616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5661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판정값을 로그로 기록. 손을 돌리는 동안 거리가 0.17에서 0.003으로 하락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44348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4348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붙은 것이 아니라 2D 화면에서 손가락이 겹쳐 보인 현상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530352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57800" y="53035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53035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판정. 거리는 정규화, 손날 판정은 진입 · 해제 기준 분리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Qwen2.5-3B-Instruct (Ollama)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명령을 연결하려는 목적. 인식은 코드, 해석은 LLM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이유: 일반 PC에서 직접 실행 가능한 3B(30억 파라미터) 규모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제약: GPU가 없는 환경에서는 더 작은 모델로 축소 필요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없이 매 요청마다 지시문과 예시를 프롬프트로 전달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9146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29146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오해석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146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 모니터 끄기로 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예시를 프롬프트에 추가 (7문장 모두 정답)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40005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40005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생성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0005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 만들어 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허용 목록에 있는 동작만 실행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50863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50863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0863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해당 명령만 실패 처리, 모델은 메모리에 유지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음성으로 앱 실행 · 웹 검색 · 단축키를 명령하려는 목적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이유: 소음 환경을 고려해 small 대신 medium 선택, GPU로 실행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small과 차이: 파라미터 약 3배 (2.4억 → 7.7억)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향상, 속도 · 메모리 부담 증가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①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손등 3초 유지로 녹음 시작, 손을 떼면 종료. 소음 환경 대비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9146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57800" y="29146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②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146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웨이크워드로 녹음 시작, 무음 1.2초 뒤 종료 (단어는 임시)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40005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40005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0005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받아쓰기만, 의미 해석은 LLM이 담당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50863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50863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0863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 중 4개 정확, 해석 4개 모두 의도대로. 조용한 환경 기준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 수단으로 시도. 별도 모델 없이 음량 변화만으로 박수 감지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sounddevice: 마이크 입력을 30ms 블록 단위로 수신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로그: 실제 박수 peak 0.2~1.0, 키보드 등 잡음 0.03 안팎. 박수 소리 정상 포착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박수가 인식되지 않음. 소리 감지가 약하다고 추정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69748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57800" y="26974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69748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신호는 이미 정상 감지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356616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356616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5661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프레임(33ms)의 시점 불일치. 양손이 하나로 검출되는 경우 발생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44348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4348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 양손이 모였으면 인정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5303520"/>
            <a:ext cx="6583680" cy="731520"/>
          </a:xfrm>
          <a:prstGeom prst="roundRect">
            <a:avLst>
              <a:gd name="adj" fmla="val 10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57800" y="53035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53035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전환이 말끔하지 않아 박수는 보류. 양손 모으기 1초로 모드 전환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도구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의도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인식 예제(YOLO)를 보고 시도. 손과 같은 MediaPipe로 구현하고 가시성 정보 활용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8288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8288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상체 좌표 18 + 팔꿈치 각도 2 + 머리 방향 2, 22차원 특징 추출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9146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29146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146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포즈는 한 번에 하나만 활성화해 충돌 방지. 명령 모듈은 공유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400050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400050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제외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00050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깜빡임 인식도 구현. 사람마다 눈 크기가 달라 기준값 설정이 곤란해 제외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5086350"/>
            <a:ext cx="6583680" cy="948690"/>
          </a:xfrm>
          <a:prstGeom prst="roundRect">
            <a:avLst>
              <a:gd name="adj" fmla="val 7711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5086350"/>
            <a:ext cx="132588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단계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086350"/>
            <a:ext cx="470916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추출까지 완료. 자세 등록 · 인식은 다음 단계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원인 확인 (손, 박수)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 받아쓰기 · 해석 확인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 확인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 정확, 해석 4개 모두 의도대로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 모두 정답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 오발동 해결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부족 (파일 5개, 조용한 환경)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 미확인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추출까지, 박수는 전환에서 제외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점과 다음 단계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6217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추측보다 로그: 손 클릭과 박수 모두 짐작한 원인과 실제 원인의 불일치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순간과 유지의 구분: 전환 자세는 최소 유지 시간으로 선별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좌표 대신 비율: 어깨 너비 등으로 나눠 거리 영향 제거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화면의 한계: 손을 돌리면 떨어진 손가락도 겹쳐 보임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589520" y="1828800"/>
            <a:ext cx="4023360" cy="4114800"/>
          </a:xfrm>
          <a:prstGeom prst="roundRect">
            <a:avLst>
              <a:gd name="adj" fmla="val 1818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0" y="205740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32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50568" y="1691640"/>
            <a:ext cx="8290560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포트폴리오</dc:title>
  <dc:subject>PptxGenJS Presentation</dc:subject>
  <dc:creator>개인 AI 비서</dc:creator>
  <cp:lastModifiedBy>개인 AI 비서</cp:lastModifiedBy>
  <cp:revision>1</cp:revision>
  <dcterms:created xsi:type="dcterms:W3CDTF">2026-10-28T05:35:24Z</dcterms:created>
  <dcterms:modified xsi:type="dcterms:W3CDTF">2026-10-28T05:35:24Z</dcterms:modified>
</cp:coreProperties>
</file>